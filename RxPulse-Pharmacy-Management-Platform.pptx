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5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71" r:id="rId6"/>
    <p:sldId id="268" r:id="rId7"/>
    <p:sldId id="272" r:id="rId8"/>
    <p:sldId id="264" r:id="rId9"/>
    <p:sldId id="276" r:id="rId10"/>
    <p:sldId id="277" r:id="rId11"/>
    <p:sldId id="273" r:id="rId12"/>
    <p:sldId id="274" r:id="rId13"/>
    <p:sldId id="275" r:id="rId14"/>
    <p:sldId id="270" r:id="rId15"/>
  </p:sldIdLst>
  <p:sldSz cx="14630400" cy="8229600"/>
  <p:notesSz cx="8229600" cy="14630400"/>
  <p:embeddedFontLst>
    <p:embeddedFont>
      <p:font typeface="Arial Black" panose="020B0A04020102020204" pitchFamily="34" charset="0"/>
      <p:bold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Instrument Sans Medium" panose="020B0604020202020204" charset="0"/>
      <p:regular r:id="rId22"/>
    </p:embeddedFont>
    <p:embeddedFont>
      <p:font typeface="Instrument Sans Semi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93A758-4C41-4E67-BAA6-C50057C6EDE5}" v="24" dt="2026-04-28T11:43:14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 KUMAR KONDOJU" userId="39ff4408e19c3e43" providerId="LiveId" clId="{B68D8C0D-BA45-42FE-A541-AFE9A1B92E33}"/>
    <pc:docChg chg="undo custSel addSld delSld modSld sldOrd modMainMaster">
      <pc:chgData name="VINAY KUMAR KONDOJU" userId="39ff4408e19c3e43" providerId="LiveId" clId="{B68D8C0D-BA45-42FE-A541-AFE9A1B92E33}" dt="2026-04-28T11:47:17.672" v="996" actId="1076"/>
      <pc:docMkLst>
        <pc:docMk/>
      </pc:docMkLst>
      <pc:sldChg chg="addSp delSp modSp mod">
        <pc:chgData name="VINAY KUMAR KONDOJU" userId="39ff4408e19c3e43" providerId="LiveId" clId="{B68D8C0D-BA45-42FE-A541-AFE9A1B92E33}" dt="2026-04-28T10:49:46.846" v="81" actId="1076"/>
        <pc:sldMkLst>
          <pc:docMk/>
          <pc:sldMk cId="0" sldId="256"/>
        </pc:sldMkLst>
        <pc:spChg chg="del">
          <ac:chgData name="VINAY KUMAR KONDOJU" userId="39ff4408e19c3e43" providerId="LiveId" clId="{B68D8C0D-BA45-42FE-A541-AFE9A1B92E33}" dt="2026-04-28T10:47:22.289" v="25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VINAY KUMAR KONDOJU" userId="39ff4408e19c3e43" providerId="LiveId" clId="{B68D8C0D-BA45-42FE-A541-AFE9A1B92E33}" dt="2026-04-28T10:47:22.289" v="25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VINAY KUMAR KONDOJU" userId="39ff4408e19c3e43" providerId="LiveId" clId="{B68D8C0D-BA45-42FE-A541-AFE9A1B92E33}" dt="2026-04-28T10:49:41.369" v="8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VINAY KUMAR KONDOJU" userId="39ff4408e19c3e43" providerId="LiveId" clId="{B68D8C0D-BA45-42FE-A541-AFE9A1B92E33}" dt="2026-04-28T10:49:28.390" v="76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5.751" v="10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5.751" v="10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5.751" v="1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5.751" v="10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5.751" v="10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5.751" v="10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9.819" v="11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5.751" v="10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9.819" v="11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31.729" v="12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9.819" v="11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9.819" v="11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33.604" v="13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33.604" v="13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5.751" v="10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33.604" v="13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33.604" v="13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46:25.751" v="10" actId="478"/>
          <ac:spMkLst>
            <pc:docMk/>
            <pc:sldMk cId="0" sldId="256"/>
            <ac:spMk id="23" creationId="{00000000-0000-0000-0000-000000000000}"/>
          </ac:spMkLst>
        </pc:spChg>
        <pc:picChg chg="add del mod">
          <ac:chgData name="VINAY KUMAR KONDOJU" userId="39ff4408e19c3e43" providerId="LiveId" clId="{B68D8C0D-BA45-42FE-A541-AFE9A1B92E33}" dt="2026-04-28T10:45:51.812" v="8" actId="478"/>
          <ac:picMkLst>
            <pc:docMk/>
            <pc:sldMk cId="0" sldId="256"/>
            <ac:picMk id="25" creationId="{16471C8A-9898-C827-C7FF-1C02BF95ED6E}"/>
          </ac:picMkLst>
        </pc:picChg>
        <pc:picChg chg="add mod">
          <ac:chgData name="VINAY KUMAR KONDOJU" userId="39ff4408e19c3e43" providerId="LiveId" clId="{B68D8C0D-BA45-42FE-A541-AFE9A1B92E33}" dt="2026-04-28T10:49:46.846" v="81" actId="1076"/>
          <ac:picMkLst>
            <pc:docMk/>
            <pc:sldMk cId="0" sldId="256"/>
            <ac:picMk id="27" creationId="{6EE2A326-B8FD-0E32-A2E5-638D308DB559}"/>
          </ac:picMkLst>
        </pc:picChg>
      </pc:sldChg>
      <pc:sldChg chg="delSp mod">
        <pc:chgData name="VINAY KUMAR KONDOJU" userId="39ff4408e19c3e43" providerId="LiveId" clId="{B68D8C0D-BA45-42FE-A541-AFE9A1B92E33}" dt="2026-04-28T11:47:03.489" v="992" actId="478"/>
        <pc:sldMkLst>
          <pc:docMk/>
          <pc:sldMk cId="0" sldId="257"/>
        </pc:sldMkLst>
        <pc:spChg chg="del">
          <ac:chgData name="VINAY KUMAR KONDOJU" userId="39ff4408e19c3e43" providerId="LiveId" clId="{B68D8C0D-BA45-42FE-A541-AFE9A1B92E33}" dt="2026-04-28T11:47:03.489" v="992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47:01.755" v="991" actId="478"/>
          <ac:spMkLst>
            <pc:docMk/>
            <pc:sldMk cId="0" sldId="257"/>
            <ac:spMk id="3" creationId="{00000000-0000-0000-0000-000000000000}"/>
          </ac:spMkLst>
        </pc:spChg>
      </pc:sldChg>
      <pc:sldChg chg="delSp mod">
        <pc:chgData name="VINAY KUMAR KONDOJU" userId="39ff4408e19c3e43" providerId="LiveId" clId="{B68D8C0D-BA45-42FE-A541-AFE9A1B92E33}" dt="2026-04-28T11:46:20.015" v="987" actId="478"/>
        <pc:sldMkLst>
          <pc:docMk/>
          <pc:sldMk cId="0" sldId="258"/>
        </pc:sldMkLst>
        <pc:spChg chg="del">
          <ac:chgData name="VINAY KUMAR KONDOJU" userId="39ff4408e19c3e43" providerId="LiveId" clId="{B68D8C0D-BA45-42FE-A541-AFE9A1B92E33}" dt="2026-04-28T11:46:20.015" v="987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46:19.246" v="986" actId="478"/>
          <ac:spMkLst>
            <pc:docMk/>
            <pc:sldMk cId="0" sldId="258"/>
            <ac:spMk id="3" creationId="{00000000-0000-0000-0000-000000000000}"/>
          </ac:spMkLst>
        </pc:spChg>
      </pc:sldChg>
      <pc:sldChg chg="del">
        <pc:chgData name="VINAY KUMAR KONDOJU" userId="39ff4408e19c3e43" providerId="LiveId" clId="{B68D8C0D-BA45-42FE-A541-AFE9A1B92E33}" dt="2026-04-28T10:44:22.285" v="0" actId="47"/>
        <pc:sldMkLst>
          <pc:docMk/>
          <pc:sldMk cId="0" sldId="259"/>
        </pc:sldMkLst>
      </pc:sldChg>
      <pc:sldChg chg="delSp modSp del mod">
        <pc:chgData name="VINAY KUMAR KONDOJU" userId="39ff4408e19c3e43" providerId="LiveId" clId="{B68D8C0D-BA45-42FE-A541-AFE9A1B92E33}" dt="2026-04-28T10:57:36.867" v="239" actId="47"/>
        <pc:sldMkLst>
          <pc:docMk/>
          <pc:sldMk cId="0" sldId="260"/>
        </pc:sldMkLst>
        <pc:spChg chg="del">
          <ac:chgData name="VINAY KUMAR KONDOJU" userId="39ff4408e19c3e43" providerId="LiveId" clId="{B68D8C0D-BA45-42FE-A541-AFE9A1B92E33}" dt="2026-04-28T10:55:10.394" v="164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VINAY KUMAR KONDOJU" userId="39ff4408e19c3e43" providerId="LiveId" clId="{B68D8C0D-BA45-42FE-A541-AFE9A1B92E33}" dt="2026-04-28T10:55:09.502" v="163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VINAY KUMAR KONDOJU" userId="39ff4408e19c3e43" providerId="LiveId" clId="{B68D8C0D-BA45-42FE-A541-AFE9A1B92E33}" dt="2026-04-28T10:55:42.638" v="198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VINAY KUMAR KONDOJU" userId="39ff4408e19c3e43" providerId="LiveId" clId="{B68D8C0D-BA45-42FE-A541-AFE9A1B92E33}" dt="2026-04-28T10:55:41.277" v="195" actId="1076"/>
          <ac:spMkLst>
            <pc:docMk/>
            <pc:sldMk cId="0" sldId="260"/>
            <ac:spMk id="14" creationId="{00000000-0000-0000-0000-000000000000}"/>
          </ac:spMkLst>
        </pc:spChg>
      </pc:sldChg>
      <pc:sldChg chg="addSp delSp modSp mod ord">
        <pc:chgData name="VINAY KUMAR KONDOJU" userId="39ff4408e19c3e43" providerId="LiveId" clId="{B68D8C0D-BA45-42FE-A541-AFE9A1B92E33}" dt="2026-04-28T10:54:56.174" v="162" actId="14100"/>
        <pc:sldMkLst>
          <pc:docMk/>
          <pc:sldMk cId="0" sldId="261"/>
        </pc:sldMkLst>
        <pc:spChg chg="del">
          <ac:chgData name="VINAY KUMAR KONDOJU" userId="39ff4408e19c3e43" providerId="LiveId" clId="{B68D8C0D-BA45-42FE-A541-AFE9A1B92E33}" dt="2026-04-28T10:54:44.581" v="158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VINAY KUMAR KONDOJU" userId="39ff4408e19c3e43" providerId="LiveId" clId="{B68D8C0D-BA45-42FE-A541-AFE9A1B92E33}" dt="2026-04-28T10:54:47.598" v="160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VINAY KUMAR KONDOJU" userId="39ff4408e19c3e43" providerId="LiveId" clId="{B68D8C0D-BA45-42FE-A541-AFE9A1B92E33}" dt="2026-04-28T10:54:51.606" v="161" actId="1076"/>
          <ac:spMkLst>
            <pc:docMk/>
            <pc:sldMk cId="0" sldId="261"/>
            <ac:spMk id="4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54:01.300" v="151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54:02.028" v="152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0:53:58.855" v="150" actId="478"/>
          <ac:spMkLst>
            <pc:docMk/>
            <pc:sldMk cId="0" sldId="261"/>
            <ac:spMk id="8" creationId="{00000000-0000-0000-0000-000000000000}"/>
          </ac:spMkLst>
        </pc:spChg>
        <pc:picChg chg="del">
          <ac:chgData name="VINAY KUMAR KONDOJU" userId="39ff4408e19c3e43" providerId="LiveId" clId="{B68D8C0D-BA45-42FE-A541-AFE9A1B92E33}" dt="2026-04-28T10:54:03.271" v="153" actId="478"/>
          <ac:picMkLst>
            <pc:docMk/>
            <pc:sldMk cId="0" sldId="261"/>
            <ac:picMk id="7" creationId="{00000000-0000-0000-0000-000000000000}"/>
          </ac:picMkLst>
        </pc:picChg>
        <pc:picChg chg="del">
          <ac:chgData name="VINAY KUMAR KONDOJU" userId="39ff4408e19c3e43" providerId="LiveId" clId="{B68D8C0D-BA45-42FE-A541-AFE9A1B92E33}" dt="2026-04-28T10:54:05.795" v="155" actId="478"/>
          <ac:picMkLst>
            <pc:docMk/>
            <pc:sldMk cId="0" sldId="261"/>
            <ac:picMk id="9" creationId="{00000000-0000-0000-0000-000000000000}"/>
          </ac:picMkLst>
        </pc:picChg>
        <pc:picChg chg="del">
          <ac:chgData name="VINAY KUMAR KONDOJU" userId="39ff4408e19c3e43" providerId="LiveId" clId="{B68D8C0D-BA45-42FE-A541-AFE9A1B92E33}" dt="2026-04-28T10:54:04.069" v="154" actId="478"/>
          <ac:picMkLst>
            <pc:docMk/>
            <pc:sldMk cId="0" sldId="261"/>
            <ac:picMk id="10" creationId="{00000000-0000-0000-0000-000000000000}"/>
          </ac:picMkLst>
        </pc:picChg>
        <pc:picChg chg="add mod">
          <ac:chgData name="VINAY KUMAR KONDOJU" userId="39ff4408e19c3e43" providerId="LiveId" clId="{B68D8C0D-BA45-42FE-A541-AFE9A1B92E33}" dt="2026-04-28T10:54:56.174" v="162" actId="14100"/>
          <ac:picMkLst>
            <pc:docMk/>
            <pc:sldMk cId="0" sldId="261"/>
            <ac:picMk id="12" creationId="{D64001B8-66CE-61DB-A8AD-A4E2F8289F0B}"/>
          </ac:picMkLst>
        </pc:picChg>
      </pc:sldChg>
      <pc:sldChg chg="addSp delSp modSp del mod">
        <pc:chgData name="VINAY KUMAR KONDOJU" userId="39ff4408e19c3e43" providerId="LiveId" clId="{B68D8C0D-BA45-42FE-A541-AFE9A1B92E33}" dt="2026-04-28T11:45:58.453" v="985" actId="47"/>
        <pc:sldMkLst>
          <pc:docMk/>
          <pc:sldMk cId="0" sldId="262"/>
        </pc:sldMkLst>
        <pc:picChg chg="add del mod">
          <ac:chgData name="VINAY KUMAR KONDOJU" userId="39ff4408e19c3e43" providerId="LiveId" clId="{B68D8C0D-BA45-42FE-A541-AFE9A1B92E33}" dt="2026-04-28T11:32:47.786" v="749" actId="478"/>
          <ac:picMkLst>
            <pc:docMk/>
            <pc:sldMk cId="0" sldId="262"/>
            <ac:picMk id="23" creationId="{AEAD7D9D-7E46-7E18-8B99-D53F21CD2390}"/>
          </ac:picMkLst>
        </pc:picChg>
      </pc:sldChg>
      <pc:sldChg chg="del">
        <pc:chgData name="VINAY KUMAR KONDOJU" userId="39ff4408e19c3e43" providerId="LiveId" clId="{B68D8C0D-BA45-42FE-A541-AFE9A1B92E33}" dt="2026-04-28T11:10:16.012" v="327" actId="47"/>
        <pc:sldMkLst>
          <pc:docMk/>
          <pc:sldMk cId="0" sldId="263"/>
        </pc:sldMkLst>
      </pc:sldChg>
      <pc:sldChg chg="delSp modSp mod ord">
        <pc:chgData name="VINAY KUMAR KONDOJU" userId="39ff4408e19c3e43" providerId="LiveId" clId="{B68D8C0D-BA45-42FE-A541-AFE9A1B92E33}" dt="2026-04-28T11:47:17.672" v="996" actId="1076"/>
        <pc:sldMkLst>
          <pc:docMk/>
          <pc:sldMk cId="0" sldId="264"/>
        </pc:sldMkLst>
        <pc:spChg chg="del">
          <ac:chgData name="VINAY KUMAR KONDOJU" userId="39ff4408e19c3e43" providerId="LiveId" clId="{B68D8C0D-BA45-42FE-A541-AFE9A1B92E33}" dt="2026-04-28T11:47:10.826" v="993" actId="478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VINAY KUMAR KONDOJU" userId="39ff4408e19c3e43" providerId="LiveId" clId="{B68D8C0D-BA45-42FE-A541-AFE9A1B92E33}" dt="2026-04-28T11:47:12.460" v="995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VINAY KUMAR KONDOJU" userId="39ff4408e19c3e43" providerId="LiveId" clId="{B68D8C0D-BA45-42FE-A541-AFE9A1B92E33}" dt="2026-04-28T11:47:17.672" v="996" actId="1076"/>
          <ac:spMkLst>
            <pc:docMk/>
            <pc:sldMk cId="0" sldId="264"/>
            <ac:spMk id="4" creationId="{00000000-0000-0000-0000-000000000000}"/>
          </ac:spMkLst>
        </pc:spChg>
      </pc:sldChg>
      <pc:sldChg chg="del ord">
        <pc:chgData name="VINAY KUMAR KONDOJU" userId="39ff4408e19c3e43" providerId="LiveId" clId="{B68D8C0D-BA45-42FE-A541-AFE9A1B92E33}" dt="2026-04-28T11:07:38.941" v="326" actId="47"/>
        <pc:sldMkLst>
          <pc:docMk/>
          <pc:sldMk cId="0" sldId="265"/>
        </pc:sldMkLst>
      </pc:sldChg>
      <pc:sldChg chg="add del ord">
        <pc:chgData name="VINAY KUMAR KONDOJU" userId="39ff4408e19c3e43" providerId="LiveId" clId="{B68D8C0D-BA45-42FE-A541-AFE9A1B92E33}" dt="2026-04-28T11:25:45.480" v="624" actId="47"/>
        <pc:sldMkLst>
          <pc:docMk/>
          <pc:sldMk cId="0" sldId="266"/>
        </pc:sldMkLst>
      </pc:sldChg>
      <pc:sldChg chg="del ord">
        <pc:chgData name="VINAY KUMAR KONDOJU" userId="39ff4408e19c3e43" providerId="LiveId" clId="{B68D8C0D-BA45-42FE-A541-AFE9A1B92E33}" dt="2026-04-28T11:25:47.451" v="625" actId="47"/>
        <pc:sldMkLst>
          <pc:docMk/>
          <pc:sldMk cId="0" sldId="267"/>
        </pc:sldMkLst>
      </pc:sldChg>
      <pc:sldChg chg="addSp delSp modSp mod ord">
        <pc:chgData name="VINAY KUMAR KONDOJU" userId="39ff4408e19c3e43" providerId="LiveId" clId="{B68D8C0D-BA45-42FE-A541-AFE9A1B92E33}" dt="2026-04-28T11:46:56.876" v="990" actId="1076"/>
        <pc:sldMkLst>
          <pc:docMk/>
          <pc:sldMk cId="0" sldId="268"/>
        </pc:sldMkLst>
        <pc:spChg chg="del">
          <ac:chgData name="VINAY KUMAR KONDOJU" userId="39ff4408e19c3e43" providerId="LiveId" clId="{B68D8C0D-BA45-42FE-A541-AFE9A1B92E33}" dt="2026-04-28T11:46:53.836" v="989" actId="478"/>
          <ac:spMkLst>
            <pc:docMk/>
            <pc:sldMk cId="0" sldId="268"/>
            <ac:spMk id="2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46:52.910" v="988" actId="478"/>
          <ac:spMkLst>
            <pc:docMk/>
            <pc:sldMk cId="0" sldId="268"/>
            <ac:spMk id="3" creationId="{00000000-0000-0000-0000-000000000000}"/>
          </ac:spMkLst>
        </pc:spChg>
        <pc:spChg chg="mod">
          <ac:chgData name="VINAY KUMAR KONDOJU" userId="39ff4408e19c3e43" providerId="LiveId" clId="{B68D8C0D-BA45-42FE-A541-AFE9A1B92E33}" dt="2026-04-28T11:46:56.876" v="990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VINAY KUMAR KONDOJU" userId="39ff4408e19c3e43" providerId="LiveId" clId="{B68D8C0D-BA45-42FE-A541-AFE9A1B92E33}" dt="2026-04-28T11:02:02.031" v="319" actId="1036"/>
          <ac:spMkLst>
            <pc:docMk/>
            <pc:sldMk cId="0" sldId="268"/>
            <ac:spMk id="5" creationId="{00000000-0000-0000-0000-000000000000}"/>
          </ac:spMkLst>
        </pc:spChg>
        <pc:spChg chg="mod">
          <ac:chgData name="VINAY KUMAR KONDOJU" userId="39ff4408e19c3e43" providerId="LiveId" clId="{B68D8C0D-BA45-42FE-A541-AFE9A1B92E33}" dt="2026-04-28T11:02:03.679" v="321" actId="20577"/>
          <ac:spMkLst>
            <pc:docMk/>
            <pc:sldMk cId="0" sldId="268"/>
            <ac:spMk id="8" creationId="{00000000-0000-0000-0000-000000000000}"/>
          </ac:spMkLst>
        </pc:spChg>
        <pc:spChg chg="add del mod">
          <ac:chgData name="VINAY KUMAR KONDOJU" userId="39ff4408e19c3e43" providerId="LiveId" clId="{B68D8C0D-BA45-42FE-A541-AFE9A1B92E33}" dt="2026-04-28T11:02:04.413" v="322" actId="20577"/>
          <ac:spMkLst>
            <pc:docMk/>
            <pc:sldMk cId="0" sldId="268"/>
            <ac:spMk id="9" creationId="{00000000-0000-0000-0000-000000000000}"/>
          </ac:spMkLst>
        </pc:spChg>
        <pc:spChg chg="mod">
          <ac:chgData name="VINAY KUMAR KONDOJU" userId="39ff4408e19c3e43" providerId="LiveId" clId="{B68D8C0D-BA45-42FE-A541-AFE9A1B92E33}" dt="2026-04-28T11:02:13.246" v="323" actId="20577"/>
          <ac:spMkLst>
            <pc:docMk/>
            <pc:sldMk cId="0" sldId="268"/>
            <ac:spMk id="10" creationId="{00000000-0000-0000-0000-000000000000}"/>
          </ac:spMkLst>
        </pc:spChg>
      </pc:sldChg>
      <pc:sldChg chg="del ord">
        <pc:chgData name="VINAY KUMAR KONDOJU" userId="39ff4408e19c3e43" providerId="LiveId" clId="{B68D8C0D-BA45-42FE-A541-AFE9A1B92E33}" dt="2026-04-28T11:25:51.061" v="626" actId="47"/>
        <pc:sldMkLst>
          <pc:docMk/>
          <pc:sldMk cId="0" sldId="269"/>
        </pc:sldMkLst>
      </pc:sldChg>
      <pc:sldChg chg="addSp delSp modSp mod">
        <pc:chgData name="VINAY KUMAR KONDOJU" userId="39ff4408e19c3e43" providerId="LiveId" clId="{B68D8C0D-BA45-42FE-A541-AFE9A1B92E33}" dt="2026-04-28T11:44:49.709" v="984" actId="1076"/>
        <pc:sldMkLst>
          <pc:docMk/>
          <pc:sldMk cId="0" sldId="270"/>
        </pc:sldMkLst>
        <pc:spChg chg="del">
          <ac:chgData name="VINAY KUMAR KONDOJU" userId="39ff4408e19c3e43" providerId="LiveId" clId="{B68D8C0D-BA45-42FE-A541-AFE9A1B92E33}" dt="2026-04-28T11:22:04.718" v="515" actId="478"/>
          <ac:spMkLst>
            <pc:docMk/>
            <pc:sldMk cId="0" sldId="270"/>
            <ac:spMk id="2" creationId="{00000000-0000-0000-0000-000000000000}"/>
          </ac:spMkLst>
        </pc:spChg>
        <pc:spChg chg="del mod">
          <ac:chgData name="VINAY KUMAR KONDOJU" userId="39ff4408e19c3e43" providerId="LiveId" clId="{B68D8C0D-BA45-42FE-A541-AFE9A1B92E33}" dt="2026-04-28T11:22:04.718" v="515" actId="478"/>
          <ac:spMkLst>
            <pc:docMk/>
            <pc:sldMk cId="0" sldId="270"/>
            <ac:spMk id="3" creationId="{00000000-0000-0000-0000-000000000000}"/>
          </ac:spMkLst>
        </pc:spChg>
        <pc:spChg chg="mod">
          <ac:chgData name="VINAY KUMAR KONDOJU" userId="39ff4408e19c3e43" providerId="LiveId" clId="{B68D8C0D-BA45-42FE-A541-AFE9A1B92E33}" dt="2026-04-28T11:39:18.239" v="798" actId="255"/>
          <ac:spMkLst>
            <pc:docMk/>
            <pc:sldMk cId="0" sldId="270"/>
            <ac:spMk id="4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21:51.181" v="512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21:48.308" v="511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21:33.176" v="501" actId="478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VINAY KUMAR KONDOJU" userId="39ff4408e19c3e43" providerId="LiveId" clId="{B68D8C0D-BA45-42FE-A541-AFE9A1B92E33}" dt="2026-04-28T11:21:35.522" v="503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21:37.297" v="504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21:38.624" v="505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21:40.735" v="506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21:42.140" v="507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21:43.353" v="508" actId="478"/>
          <ac:spMkLst>
            <pc:docMk/>
            <pc:sldMk cId="0" sldId="270"/>
            <ac:spMk id="13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21:44.535" v="509" actId="478"/>
          <ac:spMkLst>
            <pc:docMk/>
            <pc:sldMk cId="0" sldId="270"/>
            <ac:spMk id="14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21:45.697" v="510" actId="478"/>
          <ac:spMkLst>
            <pc:docMk/>
            <pc:sldMk cId="0" sldId="270"/>
            <ac:spMk id="15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21:26.313" v="497" actId="478"/>
          <ac:spMkLst>
            <pc:docMk/>
            <pc:sldMk cId="0" sldId="270"/>
            <ac:spMk id="16" creationId="{00000000-0000-0000-0000-000000000000}"/>
          </ac:spMkLst>
        </pc:spChg>
        <pc:spChg chg="del">
          <ac:chgData name="VINAY KUMAR KONDOJU" userId="39ff4408e19c3e43" providerId="LiveId" clId="{B68D8C0D-BA45-42FE-A541-AFE9A1B92E33}" dt="2026-04-28T11:21:31.108" v="500" actId="478"/>
          <ac:spMkLst>
            <pc:docMk/>
            <pc:sldMk cId="0" sldId="270"/>
            <ac:spMk id="17" creationId="{00000000-0000-0000-0000-000000000000}"/>
          </ac:spMkLst>
        </pc:spChg>
        <pc:spChg chg="del mod">
          <ac:chgData name="VINAY KUMAR KONDOJU" userId="39ff4408e19c3e43" providerId="LiveId" clId="{B68D8C0D-BA45-42FE-A541-AFE9A1B92E33}" dt="2026-04-28T11:21:29.314" v="499" actId="478"/>
          <ac:spMkLst>
            <pc:docMk/>
            <pc:sldMk cId="0" sldId="270"/>
            <ac:spMk id="18" creationId="{00000000-0000-0000-0000-000000000000}"/>
          </ac:spMkLst>
        </pc:spChg>
        <pc:spChg chg="mod">
          <ac:chgData name="VINAY KUMAR KONDOJU" userId="39ff4408e19c3e43" providerId="LiveId" clId="{B68D8C0D-BA45-42FE-A541-AFE9A1B92E33}" dt="2026-04-28T11:21:25.077" v="496" actId="6549"/>
          <ac:spMkLst>
            <pc:docMk/>
            <pc:sldMk cId="0" sldId="270"/>
            <ac:spMk id="19" creationId="{00000000-0000-0000-0000-000000000000}"/>
          </ac:spMkLst>
        </pc:spChg>
        <pc:spChg chg="add mod">
          <ac:chgData name="VINAY KUMAR KONDOJU" userId="39ff4408e19c3e43" providerId="LiveId" clId="{B68D8C0D-BA45-42FE-A541-AFE9A1B92E33}" dt="2026-04-28T11:41:03.211" v="831" actId="1076"/>
          <ac:spMkLst>
            <pc:docMk/>
            <pc:sldMk cId="0" sldId="270"/>
            <ac:spMk id="21" creationId="{58596022-76C3-2DBA-4D74-3237E374EEDF}"/>
          </ac:spMkLst>
        </pc:spChg>
        <pc:spChg chg="add del mod">
          <ac:chgData name="VINAY KUMAR KONDOJU" userId="39ff4408e19c3e43" providerId="LiveId" clId="{B68D8C0D-BA45-42FE-A541-AFE9A1B92E33}" dt="2026-04-28T11:25:28.025" v="623" actId="478"/>
          <ac:spMkLst>
            <pc:docMk/>
            <pc:sldMk cId="0" sldId="270"/>
            <ac:spMk id="23" creationId="{5B9E89F2-A9C5-9DC0-D812-981D4D54AEF5}"/>
          </ac:spMkLst>
        </pc:spChg>
        <pc:spChg chg="add del mod">
          <ac:chgData name="VINAY KUMAR KONDOJU" userId="39ff4408e19c3e43" providerId="LiveId" clId="{B68D8C0D-BA45-42FE-A541-AFE9A1B92E33}" dt="2026-04-28T11:41:43.171" v="841" actId="22"/>
          <ac:spMkLst>
            <pc:docMk/>
            <pc:sldMk cId="0" sldId="270"/>
            <ac:spMk id="25" creationId="{26550C6C-3810-7A0C-05B5-390068FC5B6C}"/>
          </ac:spMkLst>
        </pc:spChg>
        <pc:spChg chg="add del mod">
          <ac:chgData name="VINAY KUMAR KONDOJU" userId="39ff4408e19c3e43" providerId="LiveId" clId="{B68D8C0D-BA45-42FE-A541-AFE9A1B92E33}" dt="2026-04-28T11:41:55.507" v="846"/>
          <ac:spMkLst>
            <pc:docMk/>
            <pc:sldMk cId="0" sldId="270"/>
            <ac:spMk id="26" creationId="{C7B182EB-EA2F-DDFB-5F16-71ACDD6D2176}"/>
          </ac:spMkLst>
        </pc:spChg>
        <pc:spChg chg="add mod">
          <ac:chgData name="VINAY KUMAR KONDOJU" userId="39ff4408e19c3e43" providerId="LiveId" clId="{B68D8C0D-BA45-42FE-A541-AFE9A1B92E33}" dt="2026-04-28T11:44:41.110" v="981" actId="1076"/>
          <ac:spMkLst>
            <pc:docMk/>
            <pc:sldMk cId="0" sldId="270"/>
            <ac:spMk id="27" creationId="{FA6B4F08-F983-1461-9237-7BC4DC348C5E}"/>
          </ac:spMkLst>
        </pc:spChg>
        <pc:picChg chg="add mod">
          <ac:chgData name="VINAY KUMAR KONDOJU" userId="39ff4408e19c3e43" providerId="LiveId" clId="{B68D8C0D-BA45-42FE-A541-AFE9A1B92E33}" dt="2026-04-28T11:44:49.709" v="984" actId="1076"/>
          <ac:picMkLst>
            <pc:docMk/>
            <pc:sldMk cId="0" sldId="270"/>
            <ac:picMk id="29" creationId="{25E8AF56-3924-0A78-9AD8-CF4B45862F5F}"/>
          </ac:picMkLst>
        </pc:picChg>
      </pc:sldChg>
      <pc:sldChg chg="new del">
        <pc:chgData name="VINAY KUMAR KONDOJU" userId="39ff4408e19c3e43" providerId="LiveId" clId="{B68D8C0D-BA45-42FE-A541-AFE9A1B92E33}" dt="2026-04-28T10:55:40.107" v="194" actId="680"/>
        <pc:sldMkLst>
          <pc:docMk/>
          <pc:sldMk cId="1365021750" sldId="271"/>
        </pc:sldMkLst>
      </pc:sldChg>
      <pc:sldChg chg="addSp delSp modSp new mod">
        <pc:chgData name="VINAY KUMAR KONDOJU" userId="39ff4408e19c3e43" providerId="LiveId" clId="{B68D8C0D-BA45-42FE-A541-AFE9A1B92E33}" dt="2026-04-28T10:57:20.116" v="238" actId="14100"/>
        <pc:sldMkLst>
          <pc:docMk/>
          <pc:sldMk cId="4106737313" sldId="271"/>
        </pc:sldMkLst>
        <pc:spChg chg="add del mod">
          <ac:chgData name="VINAY KUMAR KONDOJU" userId="39ff4408e19c3e43" providerId="LiveId" clId="{B68D8C0D-BA45-42FE-A541-AFE9A1B92E33}" dt="2026-04-28T10:57:13.739" v="237" actId="478"/>
          <ac:spMkLst>
            <pc:docMk/>
            <pc:sldMk cId="4106737313" sldId="271"/>
            <ac:spMk id="3" creationId="{FF0D8D17-6DA9-CBF8-E77E-6F8D49A1C239}"/>
          </ac:spMkLst>
        </pc:spChg>
        <pc:picChg chg="add mod">
          <ac:chgData name="VINAY KUMAR KONDOJU" userId="39ff4408e19c3e43" providerId="LiveId" clId="{B68D8C0D-BA45-42FE-A541-AFE9A1B92E33}" dt="2026-04-28T10:57:20.116" v="238" actId="14100"/>
          <ac:picMkLst>
            <pc:docMk/>
            <pc:sldMk cId="4106737313" sldId="271"/>
            <ac:picMk id="5" creationId="{2D804F35-2D93-711E-E0BF-9160BEB2B59C}"/>
          </ac:picMkLst>
        </pc:picChg>
      </pc:sldChg>
      <pc:sldChg chg="addSp modSp new mod">
        <pc:chgData name="VINAY KUMAR KONDOJU" userId="39ff4408e19c3e43" providerId="LiveId" clId="{B68D8C0D-BA45-42FE-A541-AFE9A1B92E33}" dt="2026-04-28T10:58:30.925" v="241" actId="931"/>
        <pc:sldMkLst>
          <pc:docMk/>
          <pc:sldMk cId="892484666" sldId="272"/>
        </pc:sldMkLst>
        <pc:picChg chg="add mod">
          <ac:chgData name="VINAY KUMAR KONDOJU" userId="39ff4408e19c3e43" providerId="LiveId" clId="{B68D8C0D-BA45-42FE-A541-AFE9A1B92E33}" dt="2026-04-28T10:58:30.925" v="241" actId="931"/>
          <ac:picMkLst>
            <pc:docMk/>
            <pc:sldMk cId="892484666" sldId="272"/>
            <ac:picMk id="3" creationId="{3A01F893-12F2-03ED-4AAA-2935A0A18314}"/>
          </ac:picMkLst>
        </pc:picChg>
      </pc:sldChg>
      <pc:sldChg chg="addSp delSp modSp new del mod ord">
        <pc:chgData name="VINAY KUMAR KONDOJU" userId="39ff4408e19c3e43" providerId="LiveId" clId="{B68D8C0D-BA45-42FE-A541-AFE9A1B92E33}" dt="2026-04-28T11:17:12.146" v="469" actId="47"/>
        <pc:sldMkLst>
          <pc:docMk/>
          <pc:sldMk cId="2192332498" sldId="273"/>
        </pc:sldMkLst>
        <pc:spChg chg="add mod">
          <ac:chgData name="VINAY KUMAR KONDOJU" userId="39ff4408e19c3e43" providerId="LiveId" clId="{B68D8C0D-BA45-42FE-A541-AFE9A1B92E33}" dt="2026-04-28T11:16:51.206" v="468" actId="20577"/>
          <ac:spMkLst>
            <pc:docMk/>
            <pc:sldMk cId="2192332498" sldId="273"/>
            <ac:spMk id="9" creationId="{790C4418-DB80-26A4-0A76-2685559FF8D2}"/>
          </ac:spMkLst>
        </pc:spChg>
        <pc:picChg chg="add del mod">
          <ac:chgData name="VINAY KUMAR KONDOJU" userId="39ff4408e19c3e43" providerId="LiveId" clId="{B68D8C0D-BA45-42FE-A541-AFE9A1B92E33}" dt="2026-04-28T11:13:06.219" v="340" actId="478"/>
          <ac:picMkLst>
            <pc:docMk/>
            <pc:sldMk cId="2192332498" sldId="273"/>
            <ac:picMk id="3" creationId="{EE781533-9505-DE5E-B301-009FB8F785A6}"/>
          </ac:picMkLst>
        </pc:picChg>
        <pc:picChg chg="add mod">
          <ac:chgData name="VINAY KUMAR KONDOJU" userId="39ff4408e19c3e43" providerId="LiveId" clId="{B68D8C0D-BA45-42FE-A541-AFE9A1B92E33}" dt="2026-04-28T11:15:24.406" v="375" actId="1076"/>
          <ac:picMkLst>
            <pc:docMk/>
            <pc:sldMk cId="2192332498" sldId="273"/>
            <ac:picMk id="5" creationId="{C9F1075E-1622-E297-00D1-362912C5F0CB}"/>
          </ac:picMkLst>
        </pc:picChg>
        <pc:picChg chg="add del mod">
          <ac:chgData name="VINAY KUMAR KONDOJU" userId="39ff4408e19c3e43" providerId="LiveId" clId="{B68D8C0D-BA45-42FE-A541-AFE9A1B92E33}" dt="2026-04-28T11:15:10.300" v="370" actId="931"/>
          <ac:picMkLst>
            <pc:docMk/>
            <pc:sldMk cId="2192332498" sldId="273"/>
            <ac:picMk id="7" creationId="{79D1F160-A3BE-7E5F-87D8-1640448C2773}"/>
          </ac:picMkLst>
        </pc:picChg>
      </pc:sldChg>
      <pc:sldChg chg="addSp delSp modSp new mod">
        <pc:chgData name="VINAY KUMAR KONDOJU" userId="39ff4408e19c3e43" providerId="LiveId" clId="{B68D8C0D-BA45-42FE-A541-AFE9A1B92E33}" dt="2026-04-28T11:26:35.920" v="663" actId="1076"/>
        <pc:sldMkLst>
          <pc:docMk/>
          <pc:sldMk cId="3238857982" sldId="273"/>
        </pc:sldMkLst>
        <pc:spChg chg="add mod">
          <ac:chgData name="VINAY KUMAR KONDOJU" userId="39ff4408e19c3e43" providerId="LiveId" clId="{B68D8C0D-BA45-42FE-A541-AFE9A1B92E33}" dt="2026-04-28T11:26:35.920" v="663" actId="1076"/>
          <ac:spMkLst>
            <pc:docMk/>
            <pc:sldMk cId="3238857982" sldId="273"/>
            <ac:spMk id="7" creationId="{2E423A38-957D-69C4-1F9D-4CB45B80B71B}"/>
          </ac:spMkLst>
        </pc:spChg>
        <pc:picChg chg="add del mod">
          <ac:chgData name="VINAY KUMAR KONDOJU" userId="39ff4408e19c3e43" providerId="LiveId" clId="{B68D8C0D-BA45-42FE-A541-AFE9A1B92E33}" dt="2026-04-28T11:19:39.433" v="473" actId="478"/>
          <ac:picMkLst>
            <pc:docMk/>
            <pc:sldMk cId="3238857982" sldId="273"/>
            <ac:picMk id="3" creationId="{A697E08D-65F3-5A13-A575-63AD520DE335}"/>
          </ac:picMkLst>
        </pc:picChg>
        <pc:picChg chg="add mod">
          <ac:chgData name="VINAY KUMAR KONDOJU" userId="39ff4408e19c3e43" providerId="LiveId" clId="{B68D8C0D-BA45-42FE-A541-AFE9A1B92E33}" dt="2026-04-28T11:20:02.926" v="478" actId="1076"/>
          <ac:picMkLst>
            <pc:docMk/>
            <pc:sldMk cId="3238857982" sldId="273"/>
            <ac:picMk id="5" creationId="{79C76A5E-DA42-40FF-0C2B-DB9C9FD13BD8}"/>
          </ac:picMkLst>
        </pc:picChg>
      </pc:sldChg>
      <pc:sldChg chg="addSp modSp new mod">
        <pc:chgData name="VINAY KUMAR KONDOJU" userId="39ff4408e19c3e43" providerId="LiveId" clId="{B68D8C0D-BA45-42FE-A541-AFE9A1B92E33}" dt="2026-04-28T11:27:20.687" v="704" actId="1076"/>
        <pc:sldMkLst>
          <pc:docMk/>
          <pc:sldMk cId="1708150352" sldId="274"/>
        </pc:sldMkLst>
        <pc:spChg chg="add mod">
          <ac:chgData name="VINAY KUMAR KONDOJU" userId="39ff4408e19c3e43" providerId="LiveId" clId="{B68D8C0D-BA45-42FE-A541-AFE9A1B92E33}" dt="2026-04-28T11:27:20.687" v="704" actId="1076"/>
          <ac:spMkLst>
            <pc:docMk/>
            <pc:sldMk cId="1708150352" sldId="274"/>
            <ac:spMk id="5" creationId="{76366446-6C27-DDD2-2D85-CAE086F12CBD}"/>
          </ac:spMkLst>
        </pc:spChg>
        <pc:picChg chg="add mod">
          <ac:chgData name="VINAY KUMAR KONDOJU" userId="39ff4408e19c3e43" providerId="LiveId" clId="{B68D8C0D-BA45-42FE-A541-AFE9A1B92E33}" dt="2026-04-28T11:20:28.636" v="483" actId="1076"/>
          <ac:picMkLst>
            <pc:docMk/>
            <pc:sldMk cId="1708150352" sldId="274"/>
            <ac:picMk id="3" creationId="{7F0A7DF6-B396-17F3-D9FA-1042B7283468}"/>
          </ac:picMkLst>
        </pc:picChg>
      </pc:sldChg>
      <pc:sldChg chg="addSp modSp new del mod">
        <pc:chgData name="VINAY KUMAR KONDOJU" userId="39ff4408e19c3e43" providerId="LiveId" clId="{B68D8C0D-BA45-42FE-A541-AFE9A1B92E33}" dt="2026-04-28T11:17:13.671" v="470" actId="47"/>
        <pc:sldMkLst>
          <pc:docMk/>
          <pc:sldMk cId="3065649254" sldId="274"/>
        </pc:sldMkLst>
        <pc:picChg chg="add mod">
          <ac:chgData name="VINAY KUMAR KONDOJU" userId="39ff4408e19c3e43" providerId="LiveId" clId="{B68D8C0D-BA45-42FE-A541-AFE9A1B92E33}" dt="2026-04-28T11:15:51.290" v="382" actId="14100"/>
          <ac:picMkLst>
            <pc:docMk/>
            <pc:sldMk cId="3065649254" sldId="274"/>
            <ac:picMk id="3" creationId="{519C62E9-A91E-5C74-7779-32B1F223BF8F}"/>
          </ac:picMkLst>
        </pc:picChg>
      </pc:sldChg>
      <pc:sldChg chg="addSp modSp new mod">
        <pc:chgData name="VINAY KUMAR KONDOJU" userId="39ff4408e19c3e43" providerId="LiveId" clId="{B68D8C0D-BA45-42FE-A541-AFE9A1B92E33}" dt="2026-04-28T11:40:47.903" v="829" actId="1076"/>
        <pc:sldMkLst>
          <pc:docMk/>
          <pc:sldMk cId="3984983584" sldId="275"/>
        </pc:sldMkLst>
        <pc:spChg chg="add mod">
          <ac:chgData name="VINAY KUMAR KONDOJU" userId="39ff4408e19c3e43" providerId="LiveId" clId="{B68D8C0D-BA45-42FE-A541-AFE9A1B92E33}" dt="2026-04-28T11:40:47.903" v="829" actId="1076"/>
          <ac:spMkLst>
            <pc:docMk/>
            <pc:sldMk cId="3984983584" sldId="275"/>
            <ac:spMk id="5" creationId="{62BC9BE0-2619-FAF7-D0DC-50043609E6F0}"/>
          </ac:spMkLst>
        </pc:spChg>
        <pc:picChg chg="add mod">
          <ac:chgData name="VINAY KUMAR KONDOJU" userId="39ff4408e19c3e43" providerId="LiveId" clId="{B68D8C0D-BA45-42FE-A541-AFE9A1B92E33}" dt="2026-04-28T11:20:56.792" v="489" actId="1076"/>
          <ac:picMkLst>
            <pc:docMk/>
            <pc:sldMk cId="3984983584" sldId="275"/>
            <ac:picMk id="3" creationId="{606D0D4B-9FA3-8FB9-0FDE-77FB808DEC5B}"/>
          </ac:picMkLst>
        </pc:picChg>
      </pc:sldChg>
      <pc:sldChg chg="addSp modSp new mod">
        <pc:chgData name="VINAY KUMAR KONDOJU" userId="39ff4408e19c3e43" providerId="LiveId" clId="{B68D8C0D-BA45-42FE-A541-AFE9A1B92E33}" dt="2026-04-28T11:40:00.938" v="807" actId="20577"/>
        <pc:sldMkLst>
          <pc:docMk/>
          <pc:sldMk cId="1032546841" sldId="276"/>
        </pc:sldMkLst>
        <pc:spChg chg="add mod">
          <ac:chgData name="VINAY KUMAR KONDOJU" userId="39ff4408e19c3e43" providerId="LiveId" clId="{B68D8C0D-BA45-42FE-A541-AFE9A1B92E33}" dt="2026-04-28T11:40:00.938" v="807" actId="20577"/>
          <ac:spMkLst>
            <pc:docMk/>
            <pc:sldMk cId="1032546841" sldId="276"/>
            <ac:spMk id="5" creationId="{E57E7E2D-B284-DC00-BCB1-5999FE3808FB}"/>
          </ac:spMkLst>
        </pc:spChg>
        <pc:picChg chg="add mod">
          <ac:chgData name="VINAY KUMAR KONDOJU" userId="39ff4408e19c3e43" providerId="LiveId" clId="{B68D8C0D-BA45-42FE-A541-AFE9A1B92E33}" dt="2026-04-28T11:29:08.515" v="716" actId="1076"/>
          <ac:picMkLst>
            <pc:docMk/>
            <pc:sldMk cId="1032546841" sldId="276"/>
            <ac:picMk id="3" creationId="{65EEF859-6404-224C-B561-29C34D1F3921}"/>
          </ac:picMkLst>
        </pc:picChg>
      </pc:sldChg>
      <pc:sldChg chg="addSp modSp new mod">
        <pc:chgData name="VINAY KUMAR KONDOJU" userId="39ff4408e19c3e43" providerId="LiveId" clId="{B68D8C0D-BA45-42FE-A541-AFE9A1B92E33}" dt="2026-04-28T11:30:11.416" v="739" actId="1076"/>
        <pc:sldMkLst>
          <pc:docMk/>
          <pc:sldMk cId="2709663659" sldId="277"/>
        </pc:sldMkLst>
        <pc:spChg chg="add mod">
          <ac:chgData name="VINAY KUMAR KONDOJU" userId="39ff4408e19c3e43" providerId="LiveId" clId="{B68D8C0D-BA45-42FE-A541-AFE9A1B92E33}" dt="2026-04-28T11:30:11.416" v="739" actId="1076"/>
          <ac:spMkLst>
            <pc:docMk/>
            <pc:sldMk cId="2709663659" sldId="277"/>
            <ac:spMk id="5" creationId="{638A453C-8B6A-BD89-B96C-FEF6AD6B41DC}"/>
          </ac:spMkLst>
        </pc:spChg>
        <pc:picChg chg="add mod">
          <ac:chgData name="VINAY KUMAR KONDOJU" userId="39ff4408e19c3e43" providerId="LiveId" clId="{B68D8C0D-BA45-42FE-A541-AFE9A1B92E33}" dt="2026-04-28T11:29:05.081" v="715" actId="1076"/>
          <ac:picMkLst>
            <pc:docMk/>
            <pc:sldMk cId="2709663659" sldId="277"/>
            <ac:picMk id="3" creationId="{0D0C8D89-C398-26C1-EA0A-0B43FE277241}"/>
          </ac:picMkLst>
        </pc:picChg>
      </pc:sldChg>
      <pc:sldMasterChg chg="addSldLayout delSldLayout modSldLayout">
        <pc:chgData name="VINAY KUMAR KONDOJU" userId="39ff4408e19c3e43" providerId="LiveId" clId="{B68D8C0D-BA45-42FE-A541-AFE9A1B92E33}" dt="2026-04-28T11:45:58.453" v="985" actId="47"/>
        <pc:sldMasterMkLst>
          <pc:docMk/>
          <pc:sldMasterMk cId="3327453689" sldId="2147483665"/>
        </pc:sldMasterMkLst>
        <pc:sldLayoutChg chg="delSp">
          <pc:chgData name="VINAY KUMAR KONDOJU" userId="39ff4408e19c3e43" providerId="LiveId" clId="{B68D8C0D-BA45-42FE-A541-AFE9A1B92E33}" dt="2026-04-28T10:46:04.086" v="9"/>
          <pc:sldLayoutMkLst>
            <pc:docMk/>
            <pc:sldMasterMk cId="3327453689" sldId="2147483665"/>
            <pc:sldLayoutMk cId="1073680927" sldId="2147483677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1073680927" sldId="2147483677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1073680927" sldId="2147483677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1073680927" sldId="2147483677"/>
              <ac:picMk id="4" creationId="{00000000-0000-0000-0000-000000000000}"/>
            </ac:picMkLst>
          </pc:picChg>
        </pc:sldLayoutChg>
        <pc:sldLayoutChg chg="delSp">
          <pc:chgData name="VINAY KUMAR KONDOJU" userId="39ff4408e19c3e43" providerId="LiveId" clId="{B68D8C0D-BA45-42FE-A541-AFE9A1B92E33}" dt="2026-04-28T10:46:04.086" v="9"/>
          <pc:sldLayoutMkLst>
            <pc:docMk/>
            <pc:sldMasterMk cId="3327453689" sldId="2147483665"/>
            <pc:sldLayoutMk cId="291505584" sldId="2147483678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291505584" sldId="2147483678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291505584" sldId="2147483678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291505584" sldId="2147483678"/>
              <ac:picMk id="4" creationId="{00000000-0000-0000-0000-000000000000}"/>
            </ac:picMkLst>
          </pc:picChg>
        </pc:sldLayoutChg>
        <pc:sldLayoutChg chg="delSp">
          <pc:chgData name="VINAY KUMAR KONDOJU" userId="39ff4408e19c3e43" providerId="LiveId" clId="{B68D8C0D-BA45-42FE-A541-AFE9A1B92E33}" dt="2026-04-28T10:46:04.086" v="9"/>
          <pc:sldLayoutMkLst>
            <pc:docMk/>
            <pc:sldMasterMk cId="3327453689" sldId="2147483665"/>
            <pc:sldLayoutMk cId="3384294886" sldId="2147483679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3384294886" sldId="2147483679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3384294886" sldId="2147483679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3384294886" sldId="2147483679"/>
              <ac:picMk id="4" creationId="{00000000-0000-0000-0000-000000000000}"/>
            </ac:picMkLst>
          </pc:picChg>
        </pc:sldLayoutChg>
        <pc:sldLayoutChg chg="delSp del">
          <pc:chgData name="VINAY KUMAR KONDOJU" userId="39ff4408e19c3e43" providerId="LiveId" clId="{B68D8C0D-BA45-42FE-A541-AFE9A1B92E33}" dt="2026-04-28T10:57:36.867" v="239" actId="47"/>
          <pc:sldLayoutMkLst>
            <pc:docMk/>
            <pc:sldMasterMk cId="3327453689" sldId="2147483665"/>
            <pc:sldLayoutMk cId="1514063653" sldId="2147483680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1514063653" sldId="2147483680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1514063653" sldId="2147483680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1514063653" sldId="2147483680"/>
              <ac:picMk id="4" creationId="{00000000-0000-0000-0000-000000000000}"/>
            </ac:picMkLst>
          </pc:picChg>
        </pc:sldLayoutChg>
        <pc:sldLayoutChg chg="delSp">
          <pc:chgData name="VINAY KUMAR KONDOJU" userId="39ff4408e19c3e43" providerId="LiveId" clId="{B68D8C0D-BA45-42FE-A541-AFE9A1B92E33}" dt="2026-04-28T10:46:04.086" v="9"/>
          <pc:sldLayoutMkLst>
            <pc:docMk/>
            <pc:sldMasterMk cId="3327453689" sldId="2147483665"/>
            <pc:sldLayoutMk cId="4130011657" sldId="2147483681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4130011657" sldId="2147483681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4130011657" sldId="2147483681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4130011657" sldId="2147483681"/>
              <ac:picMk id="4" creationId="{00000000-0000-0000-0000-000000000000}"/>
            </ac:picMkLst>
          </pc:picChg>
        </pc:sldLayoutChg>
        <pc:sldLayoutChg chg="delSp del">
          <pc:chgData name="VINAY KUMAR KONDOJU" userId="39ff4408e19c3e43" providerId="LiveId" clId="{B68D8C0D-BA45-42FE-A541-AFE9A1B92E33}" dt="2026-04-28T11:45:58.453" v="985" actId="47"/>
          <pc:sldLayoutMkLst>
            <pc:docMk/>
            <pc:sldMasterMk cId="3327453689" sldId="2147483665"/>
            <pc:sldLayoutMk cId="1541544665" sldId="2147483682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1541544665" sldId="2147483682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1541544665" sldId="2147483682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1541544665" sldId="2147483682"/>
              <ac:picMk id="4" creationId="{00000000-0000-0000-0000-000000000000}"/>
            </ac:picMkLst>
          </pc:picChg>
        </pc:sldLayoutChg>
        <pc:sldLayoutChg chg="delSp del">
          <pc:chgData name="VINAY KUMAR KONDOJU" userId="39ff4408e19c3e43" providerId="LiveId" clId="{B68D8C0D-BA45-42FE-A541-AFE9A1B92E33}" dt="2026-04-28T11:10:16.012" v="327" actId="47"/>
          <pc:sldLayoutMkLst>
            <pc:docMk/>
            <pc:sldMasterMk cId="3327453689" sldId="2147483665"/>
            <pc:sldLayoutMk cId="4270347952" sldId="2147483683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4270347952" sldId="2147483683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4270347952" sldId="2147483683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4270347952" sldId="2147483683"/>
              <ac:picMk id="4" creationId="{00000000-0000-0000-0000-000000000000}"/>
            </ac:picMkLst>
          </pc:picChg>
        </pc:sldLayoutChg>
        <pc:sldLayoutChg chg="delSp">
          <pc:chgData name="VINAY KUMAR KONDOJU" userId="39ff4408e19c3e43" providerId="LiveId" clId="{B68D8C0D-BA45-42FE-A541-AFE9A1B92E33}" dt="2026-04-28T10:46:04.086" v="9"/>
          <pc:sldLayoutMkLst>
            <pc:docMk/>
            <pc:sldMasterMk cId="3327453689" sldId="2147483665"/>
            <pc:sldLayoutMk cId="129579100" sldId="2147483684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129579100" sldId="2147483684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129579100" sldId="2147483684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129579100" sldId="2147483684"/>
              <ac:picMk id="4" creationId="{00000000-0000-0000-0000-000000000000}"/>
            </ac:picMkLst>
          </pc:picChg>
        </pc:sldLayoutChg>
        <pc:sldLayoutChg chg="delSp del">
          <pc:chgData name="VINAY KUMAR KONDOJU" userId="39ff4408e19c3e43" providerId="LiveId" clId="{B68D8C0D-BA45-42FE-A541-AFE9A1B92E33}" dt="2026-04-28T11:07:38.941" v="326" actId="47"/>
          <pc:sldLayoutMkLst>
            <pc:docMk/>
            <pc:sldMasterMk cId="3327453689" sldId="2147483665"/>
            <pc:sldLayoutMk cId="4052541211" sldId="2147483685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4052541211" sldId="2147483685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4052541211" sldId="2147483685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4052541211" sldId="2147483685"/>
              <ac:picMk id="4" creationId="{00000000-0000-0000-0000-000000000000}"/>
            </ac:picMkLst>
          </pc:picChg>
        </pc:sldLayoutChg>
        <pc:sldLayoutChg chg="delSp add del">
          <pc:chgData name="VINAY KUMAR KONDOJU" userId="39ff4408e19c3e43" providerId="LiveId" clId="{B68D8C0D-BA45-42FE-A541-AFE9A1B92E33}" dt="2026-04-28T11:25:45.480" v="624" actId="47"/>
          <pc:sldLayoutMkLst>
            <pc:docMk/>
            <pc:sldMasterMk cId="3327453689" sldId="2147483665"/>
            <pc:sldLayoutMk cId="4217678035" sldId="2147483686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4217678035" sldId="2147483686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4217678035" sldId="2147483686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4217678035" sldId="2147483686"/>
              <ac:picMk id="4" creationId="{00000000-0000-0000-0000-000000000000}"/>
            </ac:picMkLst>
          </pc:picChg>
        </pc:sldLayoutChg>
        <pc:sldLayoutChg chg="delSp del">
          <pc:chgData name="VINAY KUMAR KONDOJU" userId="39ff4408e19c3e43" providerId="LiveId" clId="{B68D8C0D-BA45-42FE-A541-AFE9A1B92E33}" dt="2026-04-28T11:25:47.451" v="625" actId="47"/>
          <pc:sldLayoutMkLst>
            <pc:docMk/>
            <pc:sldMasterMk cId="3327453689" sldId="2147483665"/>
            <pc:sldLayoutMk cId="1348436503" sldId="2147483687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1348436503" sldId="2147483687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1348436503" sldId="2147483687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1348436503" sldId="2147483687"/>
              <ac:picMk id="4" creationId="{00000000-0000-0000-0000-000000000000}"/>
            </ac:picMkLst>
          </pc:picChg>
        </pc:sldLayoutChg>
        <pc:sldLayoutChg chg="delSp">
          <pc:chgData name="VINAY KUMAR KONDOJU" userId="39ff4408e19c3e43" providerId="LiveId" clId="{B68D8C0D-BA45-42FE-A541-AFE9A1B92E33}" dt="2026-04-28T10:46:04.086" v="9"/>
          <pc:sldLayoutMkLst>
            <pc:docMk/>
            <pc:sldMasterMk cId="3327453689" sldId="2147483665"/>
            <pc:sldLayoutMk cId="2342513938" sldId="2147483688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2342513938" sldId="2147483688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2342513938" sldId="2147483688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2342513938" sldId="2147483688"/>
              <ac:picMk id="4" creationId="{00000000-0000-0000-0000-000000000000}"/>
            </ac:picMkLst>
          </pc:picChg>
        </pc:sldLayoutChg>
        <pc:sldLayoutChg chg="delSp">
          <pc:chgData name="VINAY KUMAR KONDOJU" userId="39ff4408e19c3e43" providerId="LiveId" clId="{B68D8C0D-BA45-42FE-A541-AFE9A1B92E33}" dt="2026-04-28T10:46:04.086" v="9"/>
          <pc:sldLayoutMkLst>
            <pc:docMk/>
            <pc:sldMasterMk cId="3327453689" sldId="2147483665"/>
            <pc:sldLayoutMk cId="2915283795" sldId="2147483689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2915283795" sldId="2147483689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2915283795" sldId="2147483689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2915283795" sldId="2147483689"/>
              <ac:picMk id="4" creationId="{00000000-0000-0000-0000-000000000000}"/>
            </ac:picMkLst>
          </pc:picChg>
        </pc:sldLayoutChg>
        <pc:sldLayoutChg chg="delSp">
          <pc:chgData name="VINAY KUMAR KONDOJU" userId="39ff4408e19c3e43" providerId="LiveId" clId="{B68D8C0D-BA45-42FE-A541-AFE9A1B92E33}" dt="2026-04-28T10:46:04.086" v="9"/>
          <pc:sldLayoutMkLst>
            <pc:docMk/>
            <pc:sldMasterMk cId="3327453689" sldId="2147483665"/>
            <pc:sldLayoutMk cId="1186493655" sldId="2147483690"/>
          </pc:sldLayoutMkLst>
          <pc:spChg chg="del">
            <ac:chgData name="VINAY KUMAR KONDOJU" userId="39ff4408e19c3e43" providerId="LiveId" clId="{B68D8C0D-BA45-42FE-A541-AFE9A1B92E33}" dt="2026-04-28T10:46:04.086" v="9"/>
            <ac:spMkLst>
              <pc:docMk/>
              <pc:sldMasterMk cId="3327453689" sldId="2147483665"/>
              <pc:sldLayoutMk cId="1186493655" sldId="2147483690"/>
              <ac:spMk id="3" creationId="{00000000-0000-0000-0000-000000000000}"/>
            </ac:spMkLst>
          </pc:sp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1186493655" sldId="2147483690"/>
              <ac:picMk id="2" creationId="{00000000-0000-0000-0000-000000000000}"/>
            </ac:picMkLst>
          </pc:picChg>
          <pc:picChg chg="del">
            <ac:chgData name="VINAY KUMAR KONDOJU" userId="39ff4408e19c3e43" providerId="LiveId" clId="{B68D8C0D-BA45-42FE-A541-AFE9A1B92E33}" dt="2026-04-28T10:46:04.086" v="9"/>
            <ac:picMkLst>
              <pc:docMk/>
              <pc:sldMasterMk cId="3327453689" sldId="2147483665"/>
              <pc:sldLayoutMk cId="1186493655" sldId="2147483690"/>
              <ac:picMk id="4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0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03B0-7707-4EFE-7617-00CA2ED77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80C6B-B0A1-24C6-5B18-B1CA1393C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5B83F-A269-2EF6-5B37-9C4841D06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3014-8045-4BA4-A672-0377BE26B5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5E0DC-69EB-16EC-E008-5C5675E0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D3885-492F-BD8C-8EE9-EB7F025E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938E-5102-4E2B-A57B-65C1BC304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4813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C81E-C1A4-ED1B-34E5-707C9845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E7BEB-8982-8D86-058A-8EAF7789F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0FD57-8516-CF38-F311-C8BDE3B7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3014-8045-4BA4-A672-0377BE26B5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A55FC-1E88-D1AD-459A-CBE51E88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6DF9A-FA7A-E93B-31F0-DDA4AC57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938E-5102-4E2B-A57B-65C1BC304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82863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3D77E-2FBB-866A-A7C1-135ED5F7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ACF9E-5991-F815-451A-D16A797B0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B0084-E2B1-B1F3-C3E0-25598CE2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3014-8045-4BA4-A672-0377BE26B5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C07BE-BC6D-ABB8-4063-B92803BD8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4B250-9333-41C6-AF13-0A9D5475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938E-5102-4E2B-A57B-65C1BC304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2001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05BC9-71B1-85E0-31AE-CD6B62F7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AF905-A03D-77ED-1F0D-57B5DA119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36AE1-1A00-DC19-E9FD-2424299AC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8F21E-0F72-6FE9-6971-BE48AE8B5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3014-8045-4BA4-A672-0377BE26B5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2F205-968D-1E3D-6B55-907DBC895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12D87-1584-D8D6-C859-0F42BE45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938E-5102-4E2B-A57B-65C1BC304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1286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1836-1F5C-7A68-2F73-0589E4D7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87D2-19A5-35F7-B974-88C54EC1E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7AFDF-8661-A672-4368-076BB40D1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B068E-375C-9623-411D-2F8DF06209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B0C4B-271E-DAAE-2D8A-021AF9B32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82871-AE9B-47A5-4CD4-5EC04B90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3014-8045-4BA4-A672-0377BE26B5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7F7BF-E582-8E69-16AE-8A51BB4B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185639-2344-04B9-7EB9-4D831A1E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938E-5102-4E2B-A57B-65C1BC304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106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F22A9-F63C-506D-E740-D240025A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E27F0-BAC0-58BF-97B6-25DF9A5A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3014-8045-4BA4-A672-0377BE26B5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A041A-B58B-AD12-5F8A-0A4F3800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721D0-196C-57FB-C3D6-F28042ED2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938E-5102-4E2B-A57B-65C1BC304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82461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852BB-BBFD-CBAD-0BF4-EB67F6B9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3014-8045-4BA4-A672-0377BE26B5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E27BC-62A9-6580-36CF-1C8401A0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EE7A9-B744-4743-F3D4-909DA6AE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938E-5102-4E2B-A57B-65C1BC304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0683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CDF77-D096-1CB1-C00A-39560908D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FD36F-A5BB-0BA3-8912-DA546B3A3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03C9F-E37C-CF57-7061-88673DA1C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D9922-F116-7DC8-942C-D93A5F59A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3014-8045-4BA4-A672-0377BE26B5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5C98F-4087-1A80-B227-ED2E6A3F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9002D-E3A0-0E9E-83CB-5EB394B85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938E-5102-4E2B-A57B-65C1BC304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0208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07E7-1735-6B41-9137-163C170B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DFDF9-6126-C520-08E7-5EC84F65C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FF5DD-7D16-2DE6-B553-4CE634692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CEE3E-C4C3-175C-E537-A8D0D89F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3014-8045-4BA4-A672-0377BE26B5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8C874-D190-6464-8F21-0B9E3CC6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918BA-EE74-EDE7-3F04-C5981EDC7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938E-5102-4E2B-A57B-65C1BC304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3491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1E66-D92B-C096-C678-2BD7B7C8A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920AB-0180-7C14-DF33-95F6525F5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BE2B2-49A8-2773-DE4D-9B74C72CA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3014-8045-4BA4-A672-0377BE26B5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11091-C4F4-074C-2E09-B506A14F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A97D9-714E-3C23-882C-78FBD193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938E-5102-4E2B-A57B-65C1BC304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82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E1BFE-8348-8A37-907E-EC934B2BC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B9E03-21A6-FBC7-E012-5734E86CA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85B75-FF09-B2D5-122E-9323B498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3014-8045-4BA4-A672-0377BE26B5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6B4C4-8445-19D6-8E71-794BA88E7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57791-0D30-4360-38B2-58E00F8E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938E-5102-4E2B-A57B-65C1BC304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5060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3680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05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294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0116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79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513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2837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493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5AD2B-838F-D76C-2110-763A14DC8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E7718-9597-638F-803B-098676C4A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8BF6C-6002-D553-94AD-A861A50F9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B3014-8045-4BA4-A672-0377BE26B5E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FC2EA-6DC7-2F7D-A10D-AD5293D9D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2DE8F-0004-8028-537D-67660C48B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6938E-5102-4E2B-A57B-65C1BC304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45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1" r:id="rId15"/>
    <p:sldLayoutId id="2147483684" r:id="rId16"/>
    <p:sldLayoutId id="2147483688" r:id="rId17"/>
    <p:sldLayoutId id="2147483689" r:id="rId18"/>
    <p:sldLayoutId id="2147483690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rxpulse.onlin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0.png"/><Relationship Id="rId5" Type="http://schemas.openxmlformats.org/officeDocument/2006/relationships/hyperlink" Target="mailto:admin@rxpulse.com" TargetMode="External"/><Relationship Id="rId4" Type="http://schemas.openxmlformats.org/officeDocument/2006/relationships/hyperlink" Target="https://github.com/orgs/RxPulse/repositori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15010" y="2039697"/>
            <a:ext cx="6632922" cy="205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RxPulse —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Pharmacy Management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Platform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659976" y="4742565"/>
            <a:ext cx="5417439" cy="1313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Cloud-native microservices with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DevOps &amp; GitOps — built for reliability, security, and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zero-downtime deployments.</a:t>
            </a:r>
            <a:endParaRPr lang="en-US" sz="17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EE2A326-B8FD-0E32-A2E5-638D308DB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059" y="1231722"/>
            <a:ext cx="7504774" cy="57317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21647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is RxPulse?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21373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RxPulse is a cloud-native pharmacy management platform — three backend microservices, a React + TypeScript frontend, and a DevOps pipeline built for production-grade reliability.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194691"/>
            <a:ext cx="4196358" cy="2402324"/>
          </a:xfrm>
          <a:prstGeom prst="roundRect">
            <a:avLst>
              <a:gd name="adj" fmla="val 396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224" y="4429125"/>
            <a:ext cx="32907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 Backend Microservices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8224" y="491954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with an isolated MongoDB, deployed as independent Kubernetes workloads.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4194691"/>
            <a:ext cx="4196358" cy="2402324"/>
          </a:xfrm>
          <a:prstGeom prst="roundRect">
            <a:avLst>
              <a:gd name="adj" fmla="val 396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51396" y="4429125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React + TypeScript Frontend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51396" y="527387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Served via Nginx with Argo Rollouts for blue-green, zero-downtime releases.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4194691"/>
            <a:ext cx="4196358" cy="2402324"/>
          </a:xfrm>
          <a:prstGeom prst="roundRect">
            <a:avLst>
              <a:gd name="adj" fmla="val 396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4568" y="4429125"/>
            <a:ext cx="34699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DevOps &amp; GitOps Pipeline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74568" y="491954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 Actions CI, ArgoCD GitOps, and security scanning at every stage.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499116"/>
            <a:ext cx="66960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Application Components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5480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Three bounded-context microservices, each owning its data and communicating over the Kubernetes Gateway API.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166110"/>
            <a:ext cx="566976" cy="566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016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User Service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450699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Manages authentication and JWT tokens.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368885"/>
            <a:ext cx="4158615" cy="189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 → Full system access (dashboard, inventory, movements, alerts)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→ Browse &amp; order medicines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166110"/>
            <a:ext cx="566976" cy="5669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5893" y="4016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Catalog Service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35893" y="4506992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Manages medicine records, pricing, and availability. Exposes a REST API consumed by the frontend for product browsing and search.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166110"/>
            <a:ext cx="566976" cy="5669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77995" y="4016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Inventory Service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677995" y="4506992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Tracks stock levels in real time and triggers low-stock alerts. Maintains a dedicated MongoDB for high-frequency write operations.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327" y="567590"/>
            <a:ext cx="5641181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Application Architecture</a:t>
            </a:r>
            <a:endParaRPr lang="en-US" sz="3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4001B8-66CE-61DB-A8AD-A4E2F8289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38" y="1326995"/>
            <a:ext cx="13251124" cy="63315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804F35-2D93-711E-E0BF-9160BEB2B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48" y="390293"/>
            <a:ext cx="13641704" cy="779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37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2228" y="728424"/>
            <a:ext cx="10282952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Security Implementation — Defense in Depth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2228" y="1860709"/>
            <a:ext cx="6549271" cy="2431971"/>
          </a:xfrm>
          <a:prstGeom prst="roundRect">
            <a:avLst>
              <a:gd name="adj" fmla="val 336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53" y="2063234"/>
            <a:ext cx="584716" cy="5847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5488" y="2191107"/>
            <a:ext cx="263128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884753" y="2815352"/>
            <a:ext cx="614422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JWT-based authentication secures all APIs.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84753" y="3205758"/>
            <a:ext cx="6144220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 → Full access (dashboard, inventory, alerts)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→ Browse medicines &amp; place orders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98901" y="1860709"/>
            <a:ext cx="6549271" cy="2431971"/>
          </a:xfrm>
          <a:prstGeom prst="roundRect">
            <a:avLst>
              <a:gd name="adj" fmla="val 336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426" y="2063234"/>
            <a:ext cx="584716" cy="584716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2161" y="2223968"/>
            <a:ext cx="263128" cy="2631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01426" y="281535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NetworkPolicy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7601426" y="3220403"/>
            <a:ext cx="6144220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Default-deny-all posture. Each MongoDB accepts connections only from its owning service. Prevents lateral movement and data exfiltration.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82228" y="4460081"/>
            <a:ext cx="6549271" cy="2431971"/>
          </a:xfrm>
          <a:prstGeom prst="roundRect">
            <a:avLst>
              <a:gd name="adj" fmla="val 336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753" y="4662607"/>
            <a:ext cx="584716" cy="58471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5488" y="4823341"/>
            <a:ext cx="263128" cy="2631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84753" y="5414724"/>
            <a:ext cx="247507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SealedSecrets (Prod)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884753" y="5819775"/>
            <a:ext cx="6144220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Sensitive data (DB passwords, API keys) encrypted at rest in Git. Only the prod cluster can decrypt using its sealing key.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7398901" y="4460081"/>
            <a:ext cx="6549271" cy="2431971"/>
          </a:xfrm>
          <a:prstGeom prst="roundRect">
            <a:avLst>
              <a:gd name="adj" fmla="val 336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1426" y="4662607"/>
            <a:ext cx="584716" cy="584716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62161" y="4823341"/>
            <a:ext cx="263128" cy="26312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601426" y="541472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Non-Root Containers</a:t>
            </a:r>
            <a:endParaRPr lang="en-US" sz="1900" dirty="0"/>
          </a:p>
        </p:txBody>
      </p:sp>
      <p:sp>
        <p:nvSpPr>
          <p:cNvPr id="24" name="Text 15"/>
          <p:cNvSpPr/>
          <p:nvPr/>
        </p:nvSpPr>
        <p:spPr>
          <a:xfrm>
            <a:off x="7601426" y="5819775"/>
            <a:ext cx="6144220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Docker images run as non-root users. Reduces blast radius if a container is compromised. Combined with read-only filesystems where possible.</a:t>
            </a:r>
            <a:endParaRPr lang="en-US" sz="1500" dirty="0"/>
          </a:p>
        </p:txBody>
      </p:sp>
      <p:sp>
        <p:nvSpPr>
          <p:cNvPr id="25" name="Text 16"/>
          <p:cNvSpPr/>
          <p:nvPr/>
        </p:nvSpPr>
        <p:spPr>
          <a:xfrm>
            <a:off x="682228" y="7080409"/>
            <a:ext cx="1326594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is layered: identity (JWT), network isolation (NetworkPolicy), secrets management (SealedSecrets), and container hardening (non-root). No single point of failure.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01F893-12F2-03ED-4AAA-2935A0A18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48" y="742479"/>
            <a:ext cx="14003704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84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545133"/>
            <a:ext cx="97072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GitOps with ArgoCD &amp; Argo Rollouts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628192"/>
            <a:ext cx="38077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ArgoCD — GitOps Controller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209336"/>
            <a:ext cx="6244709" cy="111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separate Helm repo (</a:t>
            </a: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rxpulse-helmcharts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is the single source of truth. ArgoCD reconciles cluster state to match Git.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24976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Dev: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Auto-sync on every commit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Prod: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Manual approval gate before sync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36168" y="3401378"/>
            <a:ext cx="6571417" cy="3007995"/>
          </a:xfrm>
          <a:prstGeom prst="roundRect">
            <a:avLst>
              <a:gd name="adj" fmla="val 5429"/>
            </a:avLst>
          </a:prstGeom>
          <a:solidFill>
            <a:srgbClr val="1B5F39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662982" y="3628192"/>
            <a:ext cx="37051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Argo Rollouts — Blue-Green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62982" y="4209336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 uses Argo Rollouts for zero-downtime releases.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62982" y="4776311"/>
            <a:ext cx="611778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Blue (Active):</a:t>
            </a: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Live production traffic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Green (Preview):</a:t>
            </a: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New version staged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Promote:</a:t>
            </a: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Manual switch after validation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EEF859-6404-224C-B561-29C34D1F3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56" y="1037063"/>
            <a:ext cx="13571034" cy="67740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7E7E2D-B284-DC00-BCB1-5999FE3808FB}"/>
              </a:ext>
            </a:extLst>
          </p:cNvPr>
          <p:cNvSpPr txBox="1"/>
          <p:nvPr/>
        </p:nvSpPr>
        <p:spPr>
          <a:xfrm>
            <a:off x="3479181" y="329177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GitOps</a:t>
            </a:r>
            <a:r>
              <a:rPr lang="en-US" sz="40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4000" b="1" dirty="0" err="1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ArgoCD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032546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0C8D89-C398-26C1-EA0A-0B43FE277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07" y="912953"/>
            <a:ext cx="14039385" cy="69835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8A453C-8B6A-BD89-B96C-FEF6AD6B41DC}"/>
              </a:ext>
            </a:extLst>
          </p:cNvPr>
          <p:cNvSpPr txBox="1"/>
          <p:nvPr/>
        </p:nvSpPr>
        <p:spPr>
          <a:xfrm>
            <a:off x="3289609" y="116417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Argo Rollouts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709663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C76A5E-DA42-40FF-0C2B-DB9C9FD13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95" y="936701"/>
            <a:ext cx="13805210" cy="6769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423A38-957D-69C4-1F9D-4CB45B80B71B}"/>
              </a:ext>
            </a:extLst>
          </p:cNvPr>
          <p:cNvSpPr txBox="1"/>
          <p:nvPr/>
        </p:nvSpPr>
        <p:spPr>
          <a:xfrm>
            <a:off x="4471639" y="169003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505468"/>
                </a:solidFill>
                <a:latin typeface="Instrument Sans Semi Bold" pitchFamily="34" charset="0"/>
              </a:rPr>
              <a:t>Monitoring – Grafana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238857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0A7DF6-B396-17F3-D9FA-1042B7283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88" y="835464"/>
            <a:ext cx="13827512" cy="69378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366446-6C27-DDD2-2D85-CAE086F12CBD}"/>
              </a:ext>
            </a:extLst>
          </p:cNvPr>
          <p:cNvSpPr txBox="1"/>
          <p:nvPr/>
        </p:nvSpPr>
        <p:spPr>
          <a:xfrm>
            <a:off x="6367347" y="104397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505468"/>
                </a:solidFill>
                <a:latin typeface="Instrument Sans Semi Bold" pitchFamily="34" charset="0"/>
              </a:rPr>
              <a:t>Alerts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708150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6D0D4B-9FA3-8FB9-0FDE-77FB808DE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61" y="947853"/>
            <a:ext cx="13972478" cy="66472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BC9BE0-2619-FAF7-D0DC-50043609E6F0}"/>
              </a:ext>
            </a:extLst>
          </p:cNvPr>
          <p:cNvSpPr txBox="1"/>
          <p:nvPr/>
        </p:nvSpPr>
        <p:spPr>
          <a:xfrm>
            <a:off x="3088888" y="232559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505468"/>
                </a:solidFill>
                <a:latin typeface="Instrument Sans Semi Bold" pitchFamily="34" charset="0"/>
              </a:rPr>
              <a:t>Alerts Notification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984983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06993" y="2008821"/>
            <a:ext cx="2348441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950"/>
              </a:lnSpc>
            </a:pPr>
            <a:r>
              <a:rPr lang="en-US" sz="2800" b="1" dirty="0" err="1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RxPulse</a:t>
            </a:r>
            <a:r>
              <a:rPr lang="en-US" sz="28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Application: </a:t>
            </a:r>
            <a:r>
              <a:rPr lang="en-US" sz="28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  <a:hlinkClick r:id="rId3"/>
              </a:rPr>
              <a:t>http://rxpulse.online</a:t>
            </a:r>
            <a:r>
              <a:rPr lang="en-US" sz="28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</a:p>
          <a:p>
            <a:pPr>
              <a:lnSpc>
                <a:spcPts val="4950"/>
              </a:lnSpc>
            </a:pPr>
            <a:r>
              <a:rPr lang="en-US" sz="2800" b="1" dirty="0" err="1">
                <a:solidFill>
                  <a:srgbClr val="505468"/>
                </a:solidFill>
                <a:latin typeface="Instrument Sans Semi Bold" pitchFamily="34" charset="0"/>
              </a:rPr>
              <a:t>Github</a:t>
            </a:r>
            <a:r>
              <a:rPr lang="en-US" sz="2800" b="1" dirty="0">
                <a:solidFill>
                  <a:srgbClr val="505468"/>
                </a:solidFill>
                <a:latin typeface="Instrument Sans Semi Bold" pitchFamily="34" charset="0"/>
              </a:rPr>
              <a:t> Organization : </a:t>
            </a:r>
            <a:r>
              <a:rPr lang="en-US" sz="2800" b="1" dirty="0">
                <a:solidFill>
                  <a:srgbClr val="505468"/>
                </a:solidFill>
                <a:latin typeface="Instrument Sans Semi Bold" pitchFamily="34" charset="0"/>
                <a:hlinkClick r:id="rId4"/>
              </a:rPr>
              <a:t>https://github.com/orgs/RxPulse/repositories</a:t>
            </a:r>
            <a:endParaRPr lang="en-US" sz="2800" b="1" dirty="0">
              <a:solidFill>
                <a:srgbClr val="505468"/>
              </a:solidFill>
              <a:latin typeface="Instrument Sans Semi Bold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6993" y="7009328"/>
            <a:ext cx="132164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596022-76C3-2DBA-4D74-3237E374EEDF}"/>
              </a:ext>
            </a:extLst>
          </p:cNvPr>
          <p:cNvSpPr txBox="1"/>
          <p:nvPr/>
        </p:nvSpPr>
        <p:spPr>
          <a:xfrm>
            <a:off x="2910467" y="804699"/>
            <a:ext cx="7794703" cy="70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0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THANK</a:t>
            </a:r>
            <a:r>
              <a:rPr lang="en-US" sz="4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40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YOU</a:t>
            </a:r>
            <a:endParaRPr lang="en-US" sz="4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6B4F08-F983-1461-9237-7BC4DC348C5E}"/>
              </a:ext>
            </a:extLst>
          </p:cNvPr>
          <p:cNvSpPr txBox="1"/>
          <p:nvPr/>
        </p:nvSpPr>
        <p:spPr>
          <a:xfrm>
            <a:off x="2642839" y="4776519"/>
            <a:ext cx="6077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Arial Black" panose="020B0A04020102020204" pitchFamily="34" charset="0"/>
              </a:rPr>
              <a:t>Demo- Credentials: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/>
              <a:t>Admin – </a:t>
            </a:r>
            <a:r>
              <a:rPr lang="en-IN" sz="2000" dirty="0">
                <a:hlinkClick r:id="rId5"/>
              </a:rPr>
              <a:t>admin@rxpulse.com</a:t>
            </a:r>
            <a:endParaRPr lang="en-IN" sz="2000" dirty="0"/>
          </a:p>
          <a:p>
            <a:r>
              <a:rPr lang="en-IN" sz="2000" dirty="0"/>
              <a:t>Password: Admin@123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5E8AF56-3924-0A78-9AD8-CF4B45862F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1248" y="3445368"/>
            <a:ext cx="4795025" cy="3869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469</Words>
  <Application>Microsoft Office PowerPoint</Application>
  <PresentationFormat>Custom</PresentationFormat>
  <Paragraphs>65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Instrument Sans Medium</vt:lpstr>
      <vt:lpstr>Arial</vt:lpstr>
      <vt:lpstr>Instrument Sans Semi Bold</vt:lpstr>
      <vt:lpstr>Arial Black</vt:lpstr>
      <vt:lpstr>Consolas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VINAY KUMAR KONDOJU</cp:lastModifiedBy>
  <cp:revision>1</cp:revision>
  <dcterms:created xsi:type="dcterms:W3CDTF">2026-04-28T10:38:39Z</dcterms:created>
  <dcterms:modified xsi:type="dcterms:W3CDTF">2026-04-28T11:47:20Z</dcterms:modified>
</cp:coreProperties>
</file>