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5" r:id="rId1"/>
  </p:sldMasterIdLst>
  <p:notesMasterIdLst>
    <p:notesMasterId r:id="rId23"/>
  </p:notesMasterIdLst>
  <p:sldIdLst>
    <p:sldId id="256" r:id="rId2"/>
    <p:sldId id="257" r:id="rId3"/>
    <p:sldId id="284" r:id="rId4"/>
    <p:sldId id="278" r:id="rId5"/>
    <p:sldId id="279" r:id="rId6"/>
    <p:sldId id="280" r:id="rId7"/>
    <p:sldId id="281" r:id="rId8"/>
    <p:sldId id="261" r:id="rId9"/>
    <p:sldId id="271" r:id="rId10"/>
    <p:sldId id="268" r:id="rId11"/>
    <p:sldId id="272" r:id="rId12"/>
    <p:sldId id="285" r:id="rId13"/>
    <p:sldId id="282" r:id="rId14"/>
    <p:sldId id="283" r:id="rId15"/>
    <p:sldId id="264" r:id="rId16"/>
    <p:sldId id="276" r:id="rId17"/>
    <p:sldId id="277" r:id="rId18"/>
    <p:sldId id="273" r:id="rId19"/>
    <p:sldId id="274" r:id="rId20"/>
    <p:sldId id="275" r:id="rId21"/>
    <p:sldId id="270" r:id="rId22"/>
  </p:sldIdLst>
  <p:sldSz cx="14630400" cy="8229600"/>
  <p:notesSz cx="8229600" cy="14630400"/>
  <p:embeddedFontLst>
    <p:embeddedFont>
      <p:font typeface="Arial Black" panose="020B0A04020102020204" pitchFamily="34" charset="0"/>
      <p:bold r:id="rId24"/>
    </p:embeddedFont>
    <p:embeddedFont>
      <p:font typeface="Consolas" panose="020B0609020204030204" pitchFamily="49" charset="0"/>
      <p:regular r:id="rId25"/>
      <p:bold r:id="rId26"/>
      <p:italic r:id="rId27"/>
      <p:boldItalic r:id="rId28"/>
    </p:embeddedFont>
    <p:embeddedFont>
      <p:font typeface="Instrument Sans Medium" panose="020B0604020202020204" charset="0"/>
      <p:regular r:id="rId29"/>
    </p:embeddedFont>
    <p:embeddedFont>
      <p:font typeface="Instrument Sans Semi Bold" panose="020B0604020202020204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7AC36D-CE84-4A25-BB72-5C47F02AD9D7}" v="3" dt="2026-04-29T07:12:39.940"/>
    <p1510:client id="{8393A758-4C41-4E67-BAA6-C50057C6EDE5}" v="24" dt="2026-04-28T11:43:14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4" autoAdjust="0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AY KUMAR KONDOJU" userId="39ff4408e19c3e43" providerId="LiveId" clId="{B68D8C0D-BA45-42FE-A541-AFE9A1B92E33}"/>
    <pc:docChg chg="undo custSel addSld delSld modSld sldOrd modMainMaster">
      <pc:chgData name="VINAY KUMAR KONDOJU" userId="39ff4408e19c3e43" providerId="LiveId" clId="{B68D8C0D-BA45-42FE-A541-AFE9A1B92E33}" dt="2026-04-29T07:12:54.570" v="1105" actId="1076"/>
      <pc:docMkLst>
        <pc:docMk/>
      </pc:docMkLst>
      <pc:sldChg chg="addSp delSp modSp mod">
        <pc:chgData name="VINAY KUMAR KONDOJU" userId="39ff4408e19c3e43" providerId="LiveId" clId="{B68D8C0D-BA45-42FE-A541-AFE9A1B92E33}" dt="2026-04-29T07:12:54.570" v="1105" actId="1076"/>
        <pc:sldMkLst>
          <pc:docMk/>
          <pc:sldMk cId="0" sldId="256"/>
        </pc:sldMkLst>
        <pc:spChg chg="del">
          <ac:chgData name="VINAY KUMAR KONDOJU" userId="39ff4408e19c3e43" providerId="LiveId" clId="{B68D8C0D-BA45-42FE-A541-AFE9A1B92E33}" dt="2026-04-28T10:47:22.289" v="25" actId="478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0:47:22.289" v="25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9T07:12:06.194" v="1091" actId="14100"/>
          <ac:spMkLst>
            <pc:docMk/>
            <pc:sldMk cId="0" sldId="256"/>
            <ac:spMk id="4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9T07:12:02.857" v="1086" actId="1076"/>
          <ac:spMkLst>
            <pc:docMk/>
            <pc:sldMk cId="0" sldId="256"/>
            <ac:spMk id="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7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8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9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11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9.819" v="11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13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9.819" v="11" actId="478"/>
          <ac:spMkLst>
            <pc:docMk/>
            <pc:sldMk cId="0" sldId="256"/>
            <ac:spMk id="14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1.729" v="12" actId="478"/>
          <ac:spMkLst>
            <pc:docMk/>
            <pc:sldMk cId="0" sldId="256"/>
            <ac:spMk id="1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9.819" v="11" actId="478"/>
          <ac:spMkLst>
            <pc:docMk/>
            <pc:sldMk cId="0" sldId="256"/>
            <ac:spMk id="1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9.819" v="11" actId="478"/>
          <ac:spMkLst>
            <pc:docMk/>
            <pc:sldMk cId="0" sldId="256"/>
            <ac:spMk id="17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3.604" v="13" actId="478"/>
          <ac:spMkLst>
            <pc:docMk/>
            <pc:sldMk cId="0" sldId="256"/>
            <ac:spMk id="18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3.604" v="13" actId="478"/>
          <ac:spMkLst>
            <pc:docMk/>
            <pc:sldMk cId="0" sldId="256"/>
            <ac:spMk id="19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20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3.604" v="13" actId="478"/>
          <ac:spMkLst>
            <pc:docMk/>
            <pc:sldMk cId="0" sldId="256"/>
            <ac:spMk id="21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3.604" v="13" actId="478"/>
          <ac:spMkLst>
            <pc:docMk/>
            <pc:sldMk cId="0" sldId="256"/>
            <ac:spMk id="2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23" creationId="{00000000-0000-0000-0000-000000000000}"/>
          </ac:spMkLst>
        </pc:spChg>
        <pc:picChg chg="add mod">
          <ac:chgData name="VINAY KUMAR KONDOJU" userId="39ff4408e19c3e43" providerId="LiveId" clId="{B68D8C0D-BA45-42FE-A541-AFE9A1B92E33}" dt="2026-04-29T07:12:54.570" v="1105" actId="1076"/>
          <ac:picMkLst>
            <pc:docMk/>
            <pc:sldMk cId="0" sldId="256"/>
            <ac:picMk id="2" creationId="{0337167C-BF35-2C1E-5039-5ADF6AA8B5CB}"/>
          </ac:picMkLst>
        </pc:picChg>
        <pc:picChg chg="add del mod">
          <ac:chgData name="VINAY KUMAR KONDOJU" userId="39ff4408e19c3e43" providerId="LiveId" clId="{B68D8C0D-BA45-42FE-A541-AFE9A1B92E33}" dt="2026-04-28T10:45:51.812" v="8" actId="478"/>
          <ac:picMkLst>
            <pc:docMk/>
            <pc:sldMk cId="0" sldId="256"/>
            <ac:picMk id="25" creationId="{16471C8A-9898-C827-C7FF-1C02BF95ED6E}"/>
          </ac:picMkLst>
        </pc:picChg>
        <pc:picChg chg="add del mod">
          <ac:chgData name="VINAY KUMAR KONDOJU" userId="39ff4408e19c3e43" providerId="LiveId" clId="{B68D8C0D-BA45-42FE-A541-AFE9A1B92E33}" dt="2026-04-29T07:12:45.268" v="1101" actId="478"/>
          <ac:picMkLst>
            <pc:docMk/>
            <pc:sldMk cId="0" sldId="256"/>
            <ac:picMk id="27" creationId="{6EE2A326-B8FD-0E32-A2E5-638D308DB559}"/>
          </ac:picMkLst>
        </pc:picChg>
      </pc:sldChg>
      <pc:sldChg chg="delSp mod">
        <pc:chgData name="VINAY KUMAR KONDOJU" userId="39ff4408e19c3e43" providerId="LiveId" clId="{B68D8C0D-BA45-42FE-A541-AFE9A1B92E33}" dt="2026-04-28T11:47:03.489" v="992" actId="478"/>
        <pc:sldMkLst>
          <pc:docMk/>
          <pc:sldMk cId="0" sldId="257"/>
        </pc:sldMkLst>
        <pc:spChg chg="del">
          <ac:chgData name="VINAY KUMAR KONDOJU" userId="39ff4408e19c3e43" providerId="LiveId" clId="{B68D8C0D-BA45-42FE-A541-AFE9A1B92E33}" dt="2026-04-28T11:47:03.489" v="992" actId="478"/>
          <ac:spMkLst>
            <pc:docMk/>
            <pc:sldMk cId="0" sldId="257"/>
            <ac:spMk id="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47:01.755" v="991" actId="478"/>
          <ac:spMkLst>
            <pc:docMk/>
            <pc:sldMk cId="0" sldId="257"/>
            <ac:spMk id="3" creationId="{00000000-0000-0000-0000-000000000000}"/>
          </ac:spMkLst>
        </pc:spChg>
      </pc:sldChg>
      <pc:sldChg chg="delSp mod">
        <pc:chgData name="VINAY KUMAR KONDOJU" userId="39ff4408e19c3e43" providerId="LiveId" clId="{B68D8C0D-BA45-42FE-A541-AFE9A1B92E33}" dt="2026-04-28T11:46:20.015" v="987" actId="478"/>
        <pc:sldMkLst>
          <pc:docMk/>
          <pc:sldMk cId="0" sldId="258"/>
        </pc:sldMkLst>
        <pc:spChg chg="del">
          <ac:chgData name="VINAY KUMAR KONDOJU" userId="39ff4408e19c3e43" providerId="LiveId" clId="{B68D8C0D-BA45-42FE-A541-AFE9A1B92E33}" dt="2026-04-28T11:46:20.015" v="987" actId="478"/>
          <ac:spMkLst>
            <pc:docMk/>
            <pc:sldMk cId="0" sldId="258"/>
            <ac:spMk id="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46:19.246" v="986" actId="478"/>
          <ac:spMkLst>
            <pc:docMk/>
            <pc:sldMk cId="0" sldId="258"/>
            <ac:spMk id="3" creationId="{00000000-0000-0000-0000-000000000000}"/>
          </ac:spMkLst>
        </pc:spChg>
      </pc:sldChg>
      <pc:sldChg chg="del">
        <pc:chgData name="VINAY KUMAR KONDOJU" userId="39ff4408e19c3e43" providerId="LiveId" clId="{B68D8C0D-BA45-42FE-A541-AFE9A1B92E33}" dt="2026-04-28T10:44:22.285" v="0" actId="47"/>
        <pc:sldMkLst>
          <pc:docMk/>
          <pc:sldMk cId="0" sldId="259"/>
        </pc:sldMkLst>
      </pc:sldChg>
      <pc:sldChg chg="delSp modSp del mod">
        <pc:chgData name="VINAY KUMAR KONDOJU" userId="39ff4408e19c3e43" providerId="LiveId" clId="{B68D8C0D-BA45-42FE-A541-AFE9A1B92E33}" dt="2026-04-28T10:57:36.867" v="239" actId="47"/>
        <pc:sldMkLst>
          <pc:docMk/>
          <pc:sldMk cId="0" sldId="260"/>
        </pc:sldMkLst>
        <pc:spChg chg="del">
          <ac:chgData name="VINAY KUMAR KONDOJU" userId="39ff4408e19c3e43" providerId="LiveId" clId="{B68D8C0D-BA45-42FE-A541-AFE9A1B92E33}" dt="2026-04-28T10:55:10.394" v="164" actId="478"/>
          <ac:spMkLst>
            <pc:docMk/>
            <pc:sldMk cId="0" sldId="260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0:55:09.502" v="163" actId="478"/>
          <ac:spMkLst>
            <pc:docMk/>
            <pc:sldMk cId="0" sldId="260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0:55:42.638" v="198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0:55:41.277" v="195" actId="1076"/>
          <ac:spMkLst>
            <pc:docMk/>
            <pc:sldMk cId="0" sldId="260"/>
            <ac:spMk id="14" creationId="{00000000-0000-0000-0000-000000000000}"/>
          </ac:spMkLst>
        </pc:spChg>
      </pc:sldChg>
      <pc:sldChg chg="addSp delSp modSp mod ord">
        <pc:chgData name="VINAY KUMAR KONDOJU" userId="39ff4408e19c3e43" providerId="LiveId" clId="{B68D8C0D-BA45-42FE-A541-AFE9A1B92E33}" dt="2026-04-28T10:54:56.174" v="162" actId="14100"/>
        <pc:sldMkLst>
          <pc:docMk/>
          <pc:sldMk cId="0" sldId="261"/>
        </pc:sldMkLst>
        <pc:spChg chg="del">
          <ac:chgData name="VINAY KUMAR KONDOJU" userId="39ff4408e19c3e43" providerId="LiveId" clId="{B68D8C0D-BA45-42FE-A541-AFE9A1B92E33}" dt="2026-04-28T10:54:44.581" v="158" actId="478"/>
          <ac:spMkLst>
            <pc:docMk/>
            <pc:sldMk cId="0" sldId="261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0:54:47.598" v="160" actId="478"/>
          <ac:spMkLst>
            <pc:docMk/>
            <pc:sldMk cId="0" sldId="261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0:54:51.606" v="161" actId="1076"/>
          <ac:spMkLst>
            <pc:docMk/>
            <pc:sldMk cId="0" sldId="261"/>
            <ac:spMk id="4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54:01.300" v="151" actId="478"/>
          <ac:spMkLst>
            <pc:docMk/>
            <pc:sldMk cId="0" sldId="261"/>
            <ac:spMk id="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54:02.028" v="152" actId="478"/>
          <ac:spMkLst>
            <pc:docMk/>
            <pc:sldMk cId="0" sldId="261"/>
            <ac:spMk id="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53:58.855" v="150" actId="478"/>
          <ac:spMkLst>
            <pc:docMk/>
            <pc:sldMk cId="0" sldId="261"/>
            <ac:spMk id="8" creationId="{00000000-0000-0000-0000-000000000000}"/>
          </ac:spMkLst>
        </pc:spChg>
        <pc:picChg chg="del">
          <ac:chgData name="VINAY KUMAR KONDOJU" userId="39ff4408e19c3e43" providerId="LiveId" clId="{B68D8C0D-BA45-42FE-A541-AFE9A1B92E33}" dt="2026-04-28T10:54:03.271" v="153" actId="478"/>
          <ac:picMkLst>
            <pc:docMk/>
            <pc:sldMk cId="0" sldId="261"/>
            <ac:picMk id="7" creationId="{00000000-0000-0000-0000-000000000000}"/>
          </ac:picMkLst>
        </pc:picChg>
        <pc:picChg chg="del">
          <ac:chgData name="VINAY KUMAR KONDOJU" userId="39ff4408e19c3e43" providerId="LiveId" clId="{B68D8C0D-BA45-42FE-A541-AFE9A1B92E33}" dt="2026-04-28T10:54:05.795" v="155" actId="478"/>
          <ac:picMkLst>
            <pc:docMk/>
            <pc:sldMk cId="0" sldId="261"/>
            <ac:picMk id="9" creationId="{00000000-0000-0000-0000-000000000000}"/>
          </ac:picMkLst>
        </pc:picChg>
        <pc:picChg chg="del">
          <ac:chgData name="VINAY KUMAR KONDOJU" userId="39ff4408e19c3e43" providerId="LiveId" clId="{B68D8C0D-BA45-42FE-A541-AFE9A1B92E33}" dt="2026-04-28T10:54:04.069" v="154" actId="478"/>
          <ac:picMkLst>
            <pc:docMk/>
            <pc:sldMk cId="0" sldId="261"/>
            <ac:picMk id="10" creationId="{00000000-0000-0000-0000-000000000000}"/>
          </ac:picMkLst>
        </pc:picChg>
        <pc:picChg chg="add mod">
          <ac:chgData name="VINAY KUMAR KONDOJU" userId="39ff4408e19c3e43" providerId="LiveId" clId="{B68D8C0D-BA45-42FE-A541-AFE9A1B92E33}" dt="2026-04-28T10:54:56.174" v="162" actId="14100"/>
          <ac:picMkLst>
            <pc:docMk/>
            <pc:sldMk cId="0" sldId="261"/>
            <ac:picMk id="12" creationId="{D64001B8-66CE-61DB-A8AD-A4E2F8289F0B}"/>
          </ac:picMkLst>
        </pc:picChg>
      </pc:sldChg>
      <pc:sldChg chg="addSp delSp modSp del mod">
        <pc:chgData name="VINAY KUMAR KONDOJU" userId="39ff4408e19c3e43" providerId="LiveId" clId="{B68D8C0D-BA45-42FE-A541-AFE9A1B92E33}" dt="2026-04-28T11:45:58.453" v="985" actId="47"/>
        <pc:sldMkLst>
          <pc:docMk/>
          <pc:sldMk cId="0" sldId="262"/>
        </pc:sldMkLst>
        <pc:picChg chg="add del mod">
          <ac:chgData name="VINAY KUMAR KONDOJU" userId="39ff4408e19c3e43" providerId="LiveId" clId="{B68D8C0D-BA45-42FE-A541-AFE9A1B92E33}" dt="2026-04-28T11:32:47.786" v="749" actId="478"/>
          <ac:picMkLst>
            <pc:docMk/>
            <pc:sldMk cId="0" sldId="262"/>
            <ac:picMk id="23" creationId="{AEAD7D9D-7E46-7E18-8B99-D53F21CD2390}"/>
          </ac:picMkLst>
        </pc:picChg>
      </pc:sldChg>
      <pc:sldChg chg="del">
        <pc:chgData name="VINAY KUMAR KONDOJU" userId="39ff4408e19c3e43" providerId="LiveId" clId="{B68D8C0D-BA45-42FE-A541-AFE9A1B92E33}" dt="2026-04-28T11:10:16.012" v="327" actId="47"/>
        <pc:sldMkLst>
          <pc:docMk/>
          <pc:sldMk cId="0" sldId="263"/>
        </pc:sldMkLst>
      </pc:sldChg>
      <pc:sldChg chg="delSp modSp mod ord">
        <pc:chgData name="VINAY KUMAR KONDOJU" userId="39ff4408e19c3e43" providerId="LiveId" clId="{B68D8C0D-BA45-42FE-A541-AFE9A1B92E33}" dt="2026-04-28T11:47:17.672" v="996" actId="1076"/>
        <pc:sldMkLst>
          <pc:docMk/>
          <pc:sldMk cId="0" sldId="264"/>
        </pc:sldMkLst>
        <pc:spChg chg="del">
          <ac:chgData name="VINAY KUMAR KONDOJU" userId="39ff4408e19c3e43" providerId="LiveId" clId="{B68D8C0D-BA45-42FE-A541-AFE9A1B92E33}" dt="2026-04-28T11:47:10.826" v="993" actId="478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1:47:12.460" v="995" actId="478"/>
          <ac:spMkLst>
            <pc:docMk/>
            <pc:sldMk cId="0" sldId="264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47:17.672" v="996" actId="1076"/>
          <ac:spMkLst>
            <pc:docMk/>
            <pc:sldMk cId="0" sldId="264"/>
            <ac:spMk id="4" creationId="{00000000-0000-0000-0000-000000000000}"/>
          </ac:spMkLst>
        </pc:spChg>
      </pc:sldChg>
      <pc:sldChg chg="del ord">
        <pc:chgData name="VINAY KUMAR KONDOJU" userId="39ff4408e19c3e43" providerId="LiveId" clId="{B68D8C0D-BA45-42FE-A541-AFE9A1B92E33}" dt="2026-04-28T11:07:38.941" v="326" actId="47"/>
        <pc:sldMkLst>
          <pc:docMk/>
          <pc:sldMk cId="0" sldId="265"/>
        </pc:sldMkLst>
      </pc:sldChg>
      <pc:sldChg chg="add del ord">
        <pc:chgData name="VINAY KUMAR KONDOJU" userId="39ff4408e19c3e43" providerId="LiveId" clId="{B68D8C0D-BA45-42FE-A541-AFE9A1B92E33}" dt="2026-04-28T11:25:45.480" v="624" actId="47"/>
        <pc:sldMkLst>
          <pc:docMk/>
          <pc:sldMk cId="0" sldId="266"/>
        </pc:sldMkLst>
      </pc:sldChg>
      <pc:sldChg chg="del ord">
        <pc:chgData name="VINAY KUMAR KONDOJU" userId="39ff4408e19c3e43" providerId="LiveId" clId="{B68D8C0D-BA45-42FE-A541-AFE9A1B92E33}" dt="2026-04-28T11:25:47.451" v="625" actId="47"/>
        <pc:sldMkLst>
          <pc:docMk/>
          <pc:sldMk cId="0" sldId="267"/>
        </pc:sldMkLst>
      </pc:sldChg>
      <pc:sldChg chg="addSp delSp modSp mod ord">
        <pc:chgData name="VINAY KUMAR KONDOJU" userId="39ff4408e19c3e43" providerId="LiveId" clId="{B68D8C0D-BA45-42FE-A541-AFE9A1B92E33}" dt="2026-04-28T11:46:56.876" v="990" actId="1076"/>
        <pc:sldMkLst>
          <pc:docMk/>
          <pc:sldMk cId="0" sldId="268"/>
        </pc:sldMkLst>
        <pc:spChg chg="del">
          <ac:chgData name="VINAY KUMAR KONDOJU" userId="39ff4408e19c3e43" providerId="LiveId" clId="{B68D8C0D-BA45-42FE-A541-AFE9A1B92E33}" dt="2026-04-28T11:46:53.836" v="989" actId="478"/>
          <ac:spMkLst>
            <pc:docMk/>
            <pc:sldMk cId="0" sldId="268"/>
            <ac:spMk id="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46:52.910" v="988" actId="478"/>
          <ac:spMkLst>
            <pc:docMk/>
            <pc:sldMk cId="0" sldId="268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46:56.876" v="990" actId="1076"/>
          <ac:spMkLst>
            <pc:docMk/>
            <pc:sldMk cId="0" sldId="268"/>
            <ac:spMk id="4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02:02.031" v="31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02:03.679" v="321" actId="20577"/>
          <ac:spMkLst>
            <pc:docMk/>
            <pc:sldMk cId="0" sldId="268"/>
            <ac:spMk id="8" creationId="{00000000-0000-0000-0000-000000000000}"/>
          </ac:spMkLst>
        </pc:spChg>
        <pc:spChg chg="add del mod">
          <ac:chgData name="VINAY KUMAR KONDOJU" userId="39ff4408e19c3e43" providerId="LiveId" clId="{B68D8C0D-BA45-42FE-A541-AFE9A1B92E33}" dt="2026-04-28T11:02:04.413" v="322" actId="20577"/>
          <ac:spMkLst>
            <pc:docMk/>
            <pc:sldMk cId="0" sldId="268"/>
            <ac:spMk id="9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02:13.246" v="323" actId="20577"/>
          <ac:spMkLst>
            <pc:docMk/>
            <pc:sldMk cId="0" sldId="268"/>
            <ac:spMk id="10" creationId="{00000000-0000-0000-0000-000000000000}"/>
          </ac:spMkLst>
        </pc:spChg>
      </pc:sldChg>
      <pc:sldChg chg="del ord">
        <pc:chgData name="VINAY KUMAR KONDOJU" userId="39ff4408e19c3e43" providerId="LiveId" clId="{B68D8C0D-BA45-42FE-A541-AFE9A1B92E33}" dt="2026-04-28T11:25:51.061" v="626" actId="47"/>
        <pc:sldMkLst>
          <pc:docMk/>
          <pc:sldMk cId="0" sldId="269"/>
        </pc:sldMkLst>
      </pc:sldChg>
      <pc:sldChg chg="addSp delSp modSp mod">
        <pc:chgData name="VINAY KUMAR KONDOJU" userId="39ff4408e19c3e43" providerId="LiveId" clId="{B68D8C0D-BA45-42FE-A541-AFE9A1B92E33}" dt="2026-04-29T07:12:33.631" v="1098" actId="14100"/>
        <pc:sldMkLst>
          <pc:docMk/>
          <pc:sldMk cId="0" sldId="270"/>
        </pc:sldMkLst>
        <pc:spChg chg="del">
          <ac:chgData name="VINAY KUMAR KONDOJU" userId="39ff4408e19c3e43" providerId="LiveId" clId="{B68D8C0D-BA45-42FE-A541-AFE9A1B92E33}" dt="2026-04-28T11:22:04.718" v="515" actId="478"/>
          <ac:spMkLst>
            <pc:docMk/>
            <pc:sldMk cId="0" sldId="270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1:22:04.718" v="515" actId="478"/>
          <ac:spMkLst>
            <pc:docMk/>
            <pc:sldMk cId="0" sldId="270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9T07:10:52.155" v="1069" actId="113"/>
          <ac:spMkLst>
            <pc:docMk/>
            <pc:sldMk cId="0" sldId="270"/>
            <ac:spMk id="4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51.181" v="512" actId="478"/>
          <ac:spMkLst>
            <pc:docMk/>
            <pc:sldMk cId="0" sldId="270"/>
            <ac:spMk id="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8.308" v="511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33.176" v="501" actId="478"/>
          <ac:spMkLst>
            <pc:docMk/>
            <pc:sldMk cId="0" sldId="270"/>
            <ac:spMk id="7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1:21:35.522" v="503" actId="478"/>
          <ac:spMkLst>
            <pc:docMk/>
            <pc:sldMk cId="0" sldId="270"/>
            <ac:spMk id="8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37.297" v="504" actId="478"/>
          <ac:spMkLst>
            <pc:docMk/>
            <pc:sldMk cId="0" sldId="270"/>
            <ac:spMk id="9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38.624" v="505" actId="478"/>
          <ac:spMkLst>
            <pc:docMk/>
            <pc:sldMk cId="0" sldId="270"/>
            <ac:spMk id="10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0.735" v="506" actId="478"/>
          <ac:spMkLst>
            <pc:docMk/>
            <pc:sldMk cId="0" sldId="270"/>
            <ac:spMk id="11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2.140" v="507" actId="478"/>
          <ac:spMkLst>
            <pc:docMk/>
            <pc:sldMk cId="0" sldId="270"/>
            <ac:spMk id="1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3.353" v="508" actId="478"/>
          <ac:spMkLst>
            <pc:docMk/>
            <pc:sldMk cId="0" sldId="270"/>
            <ac:spMk id="13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4.535" v="509" actId="478"/>
          <ac:spMkLst>
            <pc:docMk/>
            <pc:sldMk cId="0" sldId="270"/>
            <ac:spMk id="14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5.697" v="510" actId="478"/>
          <ac:spMkLst>
            <pc:docMk/>
            <pc:sldMk cId="0" sldId="270"/>
            <ac:spMk id="1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26.313" v="497" actId="478"/>
          <ac:spMkLst>
            <pc:docMk/>
            <pc:sldMk cId="0" sldId="270"/>
            <ac:spMk id="1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31.108" v="500" actId="478"/>
          <ac:spMkLst>
            <pc:docMk/>
            <pc:sldMk cId="0" sldId="270"/>
            <ac:spMk id="17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1:21:29.314" v="499" actId="478"/>
          <ac:spMkLst>
            <pc:docMk/>
            <pc:sldMk cId="0" sldId="270"/>
            <ac:spMk id="18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21:25.077" v="496" actId="6549"/>
          <ac:spMkLst>
            <pc:docMk/>
            <pc:sldMk cId="0" sldId="270"/>
            <ac:spMk id="19" creationId="{00000000-0000-0000-0000-000000000000}"/>
          </ac:spMkLst>
        </pc:spChg>
        <pc:spChg chg="add mod">
          <ac:chgData name="VINAY KUMAR KONDOJU" userId="39ff4408e19c3e43" providerId="LiveId" clId="{B68D8C0D-BA45-42FE-A541-AFE9A1B92E33}" dt="2026-04-28T11:41:03.211" v="831" actId="1076"/>
          <ac:spMkLst>
            <pc:docMk/>
            <pc:sldMk cId="0" sldId="270"/>
            <ac:spMk id="21" creationId="{58596022-76C3-2DBA-4D74-3237E374EEDF}"/>
          </ac:spMkLst>
        </pc:spChg>
        <pc:spChg chg="add del mod">
          <ac:chgData name="VINAY KUMAR KONDOJU" userId="39ff4408e19c3e43" providerId="LiveId" clId="{B68D8C0D-BA45-42FE-A541-AFE9A1B92E33}" dt="2026-04-28T11:25:28.025" v="623" actId="478"/>
          <ac:spMkLst>
            <pc:docMk/>
            <pc:sldMk cId="0" sldId="270"/>
            <ac:spMk id="23" creationId="{5B9E89F2-A9C5-9DC0-D812-981D4D54AEF5}"/>
          </ac:spMkLst>
        </pc:spChg>
        <pc:spChg chg="add del mod">
          <ac:chgData name="VINAY KUMAR KONDOJU" userId="39ff4408e19c3e43" providerId="LiveId" clId="{B68D8C0D-BA45-42FE-A541-AFE9A1B92E33}" dt="2026-04-28T11:41:43.171" v="841" actId="22"/>
          <ac:spMkLst>
            <pc:docMk/>
            <pc:sldMk cId="0" sldId="270"/>
            <ac:spMk id="25" creationId="{26550C6C-3810-7A0C-05B5-390068FC5B6C}"/>
          </ac:spMkLst>
        </pc:spChg>
        <pc:spChg chg="add del mod">
          <ac:chgData name="VINAY KUMAR KONDOJU" userId="39ff4408e19c3e43" providerId="LiveId" clId="{B68D8C0D-BA45-42FE-A541-AFE9A1B92E33}" dt="2026-04-28T11:41:55.507" v="846"/>
          <ac:spMkLst>
            <pc:docMk/>
            <pc:sldMk cId="0" sldId="270"/>
            <ac:spMk id="26" creationId="{C7B182EB-EA2F-DDFB-5F16-71ACDD6D2176}"/>
          </ac:spMkLst>
        </pc:spChg>
        <pc:spChg chg="add mod">
          <ac:chgData name="VINAY KUMAR KONDOJU" userId="39ff4408e19c3e43" providerId="LiveId" clId="{B68D8C0D-BA45-42FE-A541-AFE9A1B92E33}" dt="2026-04-28T11:44:41.110" v="981" actId="1076"/>
          <ac:spMkLst>
            <pc:docMk/>
            <pc:sldMk cId="0" sldId="270"/>
            <ac:spMk id="27" creationId="{FA6B4F08-F983-1461-9237-7BC4DC348C5E}"/>
          </ac:spMkLst>
        </pc:spChg>
        <pc:picChg chg="add del mod">
          <ac:chgData name="VINAY KUMAR KONDOJU" userId="39ff4408e19c3e43" providerId="LiveId" clId="{B68D8C0D-BA45-42FE-A541-AFE9A1B92E33}" dt="2026-04-29T07:12:30.326" v="1097" actId="21"/>
          <ac:picMkLst>
            <pc:docMk/>
            <pc:sldMk cId="0" sldId="270"/>
            <ac:picMk id="2" creationId="{0337167C-BF35-2C1E-5039-5ADF6AA8B5CB}"/>
          </ac:picMkLst>
        </pc:picChg>
        <pc:picChg chg="add mod">
          <ac:chgData name="VINAY KUMAR KONDOJU" userId="39ff4408e19c3e43" providerId="LiveId" clId="{B68D8C0D-BA45-42FE-A541-AFE9A1B92E33}" dt="2026-04-29T07:12:33.631" v="1098" actId="14100"/>
          <ac:picMkLst>
            <pc:docMk/>
            <pc:sldMk cId="0" sldId="270"/>
            <ac:picMk id="29" creationId="{25E8AF56-3924-0A78-9AD8-CF4B45862F5F}"/>
          </ac:picMkLst>
        </pc:picChg>
      </pc:sldChg>
      <pc:sldChg chg="new del">
        <pc:chgData name="VINAY KUMAR KONDOJU" userId="39ff4408e19c3e43" providerId="LiveId" clId="{B68D8C0D-BA45-42FE-A541-AFE9A1B92E33}" dt="2026-04-28T10:55:40.107" v="194" actId="680"/>
        <pc:sldMkLst>
          <pc:docMk/>
          <pc:sldMk cId="1365021750" sldId="271"/>
        </pc:sldMkLst>
      </pc:sldChg>
      <pc:sldChg chg="addSp delSp modSp new mod">
        <pc:chgData name="VINAY KUMAR KONDOJU" userId="39ff4408e19c3e43" providerId="LiveId" clId="{B68D8C0D-BA45-42FE-A541-AFE9A1B92E33}" dt="2026-04-28T10:57:20.116" v="238" actId="14100"/>
        <pc:sldMkLst>
          <pc:docMk/>
          <pc:sldMk cId="4106737313" sldId="271"/>
        </pc:sldMkLst>
        <pc:spChg chg="add del mod">
          <ac:chgData name="VINAY KUMAR KONDOJU" userId="39ff4408e19c3e43" providerId="LiveId" clId="{B68D8C0D-BA45-42FE-A541-AFE9A1B92E33}" dt="2026-04-28T10:57:13.739" v="237" actId="478"/>
          <ac:spMkLst>
            <pc:docMk/>
            <pc:sldMk cId="4106737313" sldId="271"/>
            <ac:spMk id="3" creationId="{FF0D8D17-6DA9-CBF8-E77E-6F8D49A1C239}"/>
          </ac:spMkLst>
        </pc:spChg>
        <pc:picChg chg="add mod">
          <ac:chgData name="VINAY KUMAR KONDOJU" userId="39ff4408e19c3e43" providerId="LiveId" clId="{B68D8C0D-BA45-42FE-A541-AFE9A1B92E33}" dt="2026-04-28T10:57:20.116" v="238" actId="14100"/>
          <ac:picMkLst>
            <pc:docMk/>
            <pc:sldMk cId="4106737313" sldId="271"/>
            <ac:picMk id="5" creationId="{2D804F35-2D93-711E-E0BF-9160BEB2B59C}"/>
          </ac:picMkLst>
        </pc:picChg>
      </pc:sldChg>
      <pc:sldChg chg="addSp modSp new mod">
        <pc:chgData name="VINAY KUMAR KONDOJU" userId="39ff4408e19c3e43" providerId="LiveId" clId="{B68D8C0D-BA45-42FE-A541-AFE9A1B92E33}" dt="2026-04-28T10:58:30.925" v="241" actId="931"/>
        <pc:sldMkLst>
          <pc:docMk/>
          <pc:sldMk cId="892484666" sldId="272"/>
        </pc:sldMkLst>
        <pc:picChg chg="add mod">
          <ac:chgData name="VINAY KUMAR KONDOJU" userId="39ff4408e19c3e43" providerId="LiveId" clId="{B68D8C0D-BA45-42FE-A541-AFE9A1B92E33}" dt="2026-04-28T10:58:30.925" v="241" actId="931"/>
          <ac:picMkLst>
            <pc:docMk/>
            <pc:sldMk cId="892484666" sldId="272"/>
            <ac:picMk id="3" creationId="{3A01F893-12F2-03ED-4AAA-2935A0A18314}"/>
          </ac:picMkLst>
        </pc:picChg>
      </pc:sldChg>
      <pc:sldChg chg="addSp delSp modSp new del mod ord">
        <pc:chgData name="VINAY KUMAR KONDOJU" userId="39ff4408e19c3e43" providerId="LiveId" clId="{B68D8C0D-BA45-42FE-A541-AFE9A1B92E33}" dt="2026-04-28T11:17:12.146" v="469" actId="47"/>
        <pc:sldMkLst>
          <pc:docMk/>
          <pc:sldMk cId="2192332498" sldId="273"/>
        </pc:sldMkLst>
        <pc:spChg chg="add mod">
          <ac:chgData name="VINAY KUMAR KONDOJU" userId="39ff4408e19c3e43" providerId="LiveId" clId="{B68D8C0D-BA45-42FE-A541-AFE9A1B92E33}" dt="2026-04-28T11:16:51.206" v="468" actId="20577"/>
          <ac:spMkLst>
            <pc:docMk/>
            <pc:sldMk cId="2192332498" sldId="273"/>
            <ac:spMk id="9" creationId="{790C4418-DB80-26A4-0A76-2685559FF8D2}"/>
          </ac:spMkLst>
        </pc:spChg>
        <pc:picChg chg="add del mod">
          <ac:chgData name="VINAY KUMAR KONDOJU" userId="39ff4408e19c3e43" providerId="LiveId" clId="{B68D8C0D-BA45-42FE-A541-AFE9A1B92E33}" dt="2026-04-28T11:13:06.219" v="340" actId="478"/>
          <ac:picMkLst>
            <pc:docMk/>
            <pc:sldMk cId="2192332498" sldId="273"/>
            <ac:picMk id="3" creationId="{EE781533-9505-DE5E-B301-009FB8F785A6}"/>
          </ac:picMkLst>
        </pc:picChg>
        <pc:picChg chg="add mod">
          <ac:chgData name="VINAY KUMAR KONDOJU" userId="39ff4408e19c3e43" providerId="LiveId" clId="{B68D8C0D-BA45-42FE-A541-AFE9A1B92E33}" dt="2026-04-28T11:15:24.406" v="375" actId="1076"/>
          <ac:picMkLst>
            <pc:docMk/>
            <pc:sldMk cId="2192332498" sldId="273"/>
            <ac:picMk id="5" creationId="{C9F1075E-1622-E297-00D1-362912C5F0CB}"/>
          </ac:picMkLst>
        </pc:picChg>
        <pc:picChg chg="add del mod">
          <ac:chgData name="VINAY KUMAR KONDOJU" userId="39ff4408e19c3e43" providerId="LiveId" clId="{B68D8C0D-BA45-42FE-A541-AFE9A1B92E33}" dt="2026-04-28T11:15:10.300" v="370" actId="931"/>
          <ac:picMkLst>
            <pc:docMk/>
            <pc:sldMk cId="2192332498" sldId="273"/>
            <ac:picMk id="7" creationId="{79D1F160-A3BE-7E5F-87D8-1640448C2773}"/>
          </ac:picMkLst>
        </pc:picChg>
      </pc:sldChg>
      <pc:sldChg chg="addSp delSp modSp new mod">
        <pc:chgData name="VINAY KUMAR KONDOJU" userId="39ff4408e19c3e43" providerId="LiveId" clId="{B68D8C0D-BA45-42FE-A541-AFE9A1B92E33}" dt="2026-04-28T11:26:35.920" v="663" actId="1076"/>
        <pc:sldMkLst>
          <pc:docMk/>
          <pc:sldMk cId="3238857982" sldId="273"/>
        </pc:sldMkLst>
        <pc:spChg chg="add mod">
          <ac:chgData name="VINAY KUMAR KONDOJU" userId="39ff4408e19c3e43" providerId="LiveId" clId="{B68D8C0D-BA45-42FE-A541-AFE9A1B92E33}" dt="2026-04-28T11:26:35.920" v="663" actId="1076"/>
          <ac:spMkLst>
            <pc:docMk/>
            <pc:sldMk cId="3238857982" sldId="273"/>
            <ac:spMk id="7" creationId="{2E423A38-957D-69C4-1F9D-4CB45B80B71B}"/>
          </ac:spMkLst>
        </pc:spChg>
        <pc:picChg chg="add del mod">
          <ac:chgData name="VINAY KUMAR KONDOJU" userId="39ff4408e19c3e43" providerId="LiveId" clId="{B68D8C0D-BA45-42FE-A541-AFE9A1B92E33}" dt="2026-04-28T11:19:39.433" v="473" actId="478"/>
          <ac:picMkLst>
            <pc:docMk/>
            <pc:sldMk cId="3238857982" sldId="273"/>
            <ac:picMk id="3" creationId="{A697E08D-65F3-5A13-A575-63AD520DE335}"/>
          </ac:picMkLst>
        </pc:picChg>
        <pc:picChg chg="add mod">
          <ac:chgData name="VINAY KUMAR KONDOJU" userId="39ff4408e19c3e43" providerId="LiveId" clId="{B68D8C0D-BA45-42FE-A541-AFE9A1B92E33}" dt="2026-04-28T11:20:02.926" v="478" actId="1076"/>
          <ac:picMkLst>
            <pc:docMk/>
            <pc:sldMk cId="3238857982" sldId="273"/>
            <ac:picMk id="5" creationId="{79C76A5E-DA42-40FF-0C2B-DB9C9FD13BD8}"/>
          </ac:picMkLst>
        </pc:picChg>
      </pc:sldChg>
      <pc:sldChg chg="addSp modSp new mod">
        <pc:chgData name="VINAY KUMAR KONDOJU" userId="39ff4408e19c3e43" providerId="LiveId" clId="{B68D8C0D-BA45-42FE-A541-AFE9A1B92E33}" dt="2026-04-28T11:27:20.687" v="704" actId="1076"/>
        <pc:sldMkLst>
          <pc:docMk/>
          <pc:sldMk cId="1708150352" sldId="274"/>
        </pc:sldMkLst>
        <pc:spChg chg="add mod">
          <ac:chgData name="VINAY KUMAR KONDOJU" userId="39ff4408e19c3e43" providerId="LiveId" clId="{B68D8C0D-BA45-42FE-A541-AFE9A1B92E33}" dt="2026-04-28T11:27:20.687" v="704" actId="1076"/>
          <ac:spMkLst>
            <pc:docMk/>
            <pc:sldMk cId="1708150352" sldId="274"/>
            <ac:spMk id="5" creationId="{76366446-6C27-DDD2-2D85-CAE086F12CBD}"/>
          </ac:spMkLst>
        </pc:spChg>
        <pc:picChg chg="add mod">
          <ac:chgData name="VINAY KUMAR KONDOJU" userId="39ff4408e19c3e43" providerId="LiveId" clId="{B68D8C0D-BA45-42FE-A541-AFE9A1B92E33}" dt="2026-04-28T11:20:28.636" v="483" actId="1076"/>
          <ac:picMkLst>
            <pc:docMk/>
            <pc:sldMk cId="1708150352" sldId="274"/>
            <ac:picMk id="3" creationId="{7F0A7DF6-B396-17F3-D9FA-1042B7283468}"/>
          </ac:picMkLst>
        </pc:picChg>
      </pc:sldChg>
      <pc:sldChg chg="addSp modSp new del mod">
        <pc:chgData name="VINAY KUMAR KONDOJU" userId="39ff4408e19c3e43" providerId="LiveId" clId="{B68D8C0D-BA45-42FE-A541-AFE9A1B92E33}" dt="2026-04-28T11:17:13.671" v="470" actId="47"/>
        <pc:sldMkLst>
          <pc:docMk/>
          <pc:sldMk cId="3065649254" sldId="274"/>
        </pc:sldMkLst>
        <pc:picChg chg="add mod">
          <ac:chgData name="VINAY KUMAR KONDOJU" userId="39ff4408e19c3e43" providerId="LiveId" clId="{B68D8C0D-BA45-42FE-A541-AFE9A1B92E33}" dt="2026-04-28T11:15:51.290" v="382" actId="14100"/>
          <ac:picMkLst>
            <pc:docMk/>
            <pc:sldMk cId="3065649254" sldId="274"/>
            <ac:picMk id="3" creationId="{519C62E9-A91E-5C74-7779-32B1F223BF8F}"/>
          </ac:picMkLst>
        </pc:picChg>
      </pc:sldChg>
      <pc:sldChg chg="addSp modSp new mod">
        <pc:chgData name="VINAY KUMAR KONDOJU" userId="39ff4408e19c3e43" providerId="LiveId" clId="{B68D8C0D-BA45-42FE-A541-AFE9A1B92E33}" dt="2026-04-28T11:40:47.903" v="829" actId="1076"/>
        <pc:sldMkLst>
          <pc:docMk/>
          <pc:sldMk cId="3984983584" sldId="275"/>
        </pc:sldMkLst>
        <pc:spChg chg="add mod">
          <ac:chgData name="VINAY KUMAR KONDOJU" userId="39ff4408e19c3e43" providerId="LiveId" clId="{B68D8C0D-BA45-42FE-A541-AFE9A1B92E33}" dt="2026-04-28T11:40:47.903" v="829" actId="1076"/>
          <ac:spMkLst>
            <pc:docMk/>
            <pc:sldMk cId="3984983584" sldId="275"/>
            <ac:spMk id="5" creationId="{62BC9BE0-2619-FAF7-D0DC-50043609E6F0}"/>
          </ac:spMkLst>
        </pc:spChg>
        <pc:picChg chg="add mod">
          <ac:chgData name="VINAY KUMAR KONDOJU" userId="39ff4408e19c3e43" providerId="LiveId" clId="{B68D8C0D-BA45-42FE-A541-AFE9A1B92E33}" dt="2026-04-28T11:20:56.792" v="489" actId="1076"/>
          <ac:picMkLst>
            <pc:docMk/>
            <pc:sldMk cId="3984983584" sldId="275"/>
            <ac:picMk id="3" creationId="{606D0D4B-9FA3-8FB9-0FDE-77FB808DEC5B}"/>
          </ac:picMkLst>
        </pc:picChg>
      </pc:sldChg>
      <pc:sldChg chg="addSp modSp new mod">
        <pc:chgData name="VINAY KUMAR KONDOJU" userId="39ff4408e19c3e43" providerId="LiveId" clId="{B68D8C0D-BA45-42FE-A541-AFE9A1B92E33}" dt="2026-04-28T11:40:00.938" v="807" actId="20577"/>
        <pc:sldMkLst>
          <pc:docMk/>
          <pc:sldMk cId="1032546841" sldId="276"/>
        </pc:sldMkLst>
        <pc:spChg chg="add mod">
          <ac:chgData name="VINAY KUMAR KONDOJU" userId="39ff4408e19c3e43" providerId="LiveId" clId="{B68D8C0D-BA45-42FE-A541-AFE9A1B92E33}" dt="2026-04-28T11:40:00.938" v="807" actId="20577"/>
          <ac:spMkLst>
            <pc:docMk/>
            <pc:sldMk cId="1032546841" sldId="276"/>
            <ac:spMk id="5" creationId="{E57E7E2D-B284-DC00-BCB1-5999FE3808FB}"/>
          </ac:spMkLst>
        </pc:spChg>
        <pc:picChg chg="add mod">
          <ac:chgData name="VINAY KUMAR KONDOJU" userId="39ff4408e19c3e43" providerId="LiveId" clId="{B68D8C0D-BA45-42FE-A541-AFE9A1B92E33}" dt="2026-04-28T11:29:08.515" v="716" actId="1076"/>
          <ac:picMkLst>
            <pc:docMk/>
            <pc:sldMk cId="1032546841" sldId="276"/>
            <ac:picMk id="3" creationId="{65EEF859-6404-224C-B561-29C34D1F3921}"/>
          </ac:picMkLst>
        </pc:picChg>
      </pc:sldChg>
      <pc:sldChg chg="addSp modSp new mod">
        <pc:chgData name="VINAY KUMAR KONDOJU" userId="39ff4408e19c3e43" providerId="LiveId" clId="{B68D8C0D-BA45-42FE-A541-AFE9A1B92E33}" dt="2026-04-28T11:30:11.416" v="739" actId="1076"/>
        <pc:sldMkLst>
          <pc:docMk/>
          <pc:sldMk cId="2709663659" sldId="277"/>
        </pc:sldMkLst>
        <pc:spChg chg="add mod">
          <ac:chgData name="VINAY KUMAR KONDOJU" userId="39ff4408e19c3e43" providerId="LiveId" clId="{B68D8C0D-BA45-42FE-A541-AFE9A1B92E33}" dt="2026-04-28T11:30:11.416" v="739" actId="1076"/>
          <ac:spMkLst>
            <pc:docMk/>
            <pc:sldMk cId="2709663659" sldId="277"/>
            <ac:spMk id="5" creationId="{638A453C-8B6A-BD89-B96C-FEF6AD6B41DC}"/>
          </ac:spMkLst>
        </pc:spChg>
        <pc:picChg chg="add mod">
          <ac:chgData name="VINAY KUMAR KONDOJU" userId="39ff4408e19c3e43" providerId="LiveId" clId="{B68D8C0D-BA45-42FE-A541-AFE9A1B92E33}" dt="2026-04-28T11:29:05.081" v="715" actId="1076"/>
          <ac:picMkLst>
            <pc:docMk/>
            <pc:sldMk cId="2709663659" sldId="277"/>
            <ac:picMk id="3" creationId="{0D0C8D89-C398-26C1-EA0A-0B43FE277241}"/>
          </ac:picMkLst>
        </pc:picChg>
      </pc:sldChg>
      <pc:sldChg chg="addSp delSp modSp mod">
        <pc:chgData name="VINAY KUMAR KONDOJU" userId="39ff4408e19c3e43" providerId="LiveId" clId="{B68D8C0D-BA45-42FE-A541-AFE9A1B92E33}" dt="2026-04-29T07:09:12.068" v="1066" actId="208"/>
        <pc:sldMkLst>
          <pc:docMk/>
          <pc:sldMk cId="1644851655" sldId="283"/>
        </pc:sldMkLst>
        <pc:spChg chg="add del">
          <ac:chgData name="VINAY KUMAR KONDOJU" userId="39ff4408e19c3e43" providerId="LiveId" clId="{B68D8C0D-BA45-42FE-A541-AFE9A1B92E33}" dt="2026-04-29T07:08:19.527" v="1059" actId="478"/>
          <ac:spMkLst>
            <pc:docMk/>
            <pc:sldMk cId="1644851655" sldId="283"/>
            <ac:spMk id="6" creationId="{056ADCCC-C856-9AB3-0E48-610A6BFA25CE}"/>
          </ac:spMkLst>
        </pc:spChg>
        <pc:spChg chg="add mod">
          <ac:chgData name="VINAY KUMAR KONDOJU" userId="39ff4408e19c3e43" providerId="LiveId" clId="{B68D8C0D-BA45-42FE-A541-AFE9A1B92E33}" dt="2026-04-29T07:09:12.068" v="1066" actId="208"/>
          <ac:spMkLst>
            <pc:docMk/>
            <pc:sldMk cId="1644851655" sldId="283"/>
            <ac:spMk id="7" creationId="{232902AB-8A3F-8F63-851A-2659AEF03A9D}"/>
          </ac:spMkLst>
        </pc:spChg>
        <pc:inkChg chg="add">
          <ac:chgData name="VINAY KUMAR KONDOJU" userId="39ff4408e19c3e43" providerId="LiveId" clId="{B68D8C0D-BA45-42FE-A541-AFE9A1B92E33}" dt="2026-04-29T07:07:38.125" v="1055" actId="9405"/>
          <ac:inkMkLst>
            <pc:docMk/>
            <pc:sldMk cId="1644851655" sldId="283"/>
            <ac:inkMk id="2" creationId="{8B0F854E-F31F-1B02-C875-BB453895626A}"/>
          </ac:inkMkLst>
        </pc:inkChg>
        <pc:inkChg chg="add del">
          <ac:chgData name="VINAY KUMAR KONDOJU" userId="39ff4408e19c3e43" providerId="LiveId" clId="{B68D8C0D-BA45-42FE-A541-AFE9A1B92E33}" dt="2026-04-29T07:07:46.989" v="1057" actId="9405"/>
          <ac:inkMkLst>
            <pc:docMk/>
            <pc:sldMk cId="1644851655" sldId="283"/>
            <ac:inkMk id="4" creationId="{29C883FF-E6B5-306E-20B2-E0C8A4858EB7}"/>
          </ac:inkMkLst>
        </pc:inkChg>
      </pc:sldChg>
      <pc:sldChg chg="addSp modSp new mod">
        <pc:chgData name="VINAY KUMAR KONDOJU" userId="39ff4408e19c3e43" providerId="LiveId" clId="{B68D8C0D-BA45-42FE-A541-AFE9A1B92E33}" dt="2026-04-29T07:06:13.370" v="1054" actId="20577"/>
        <pc:sldMkLst>
          <pc:docMk/>
          <pc:sldMk cId="3931003901" sldId="285"/>
        </pc:sldMkLst>
        <pc:spChg chg="add mod">
          <ac:chgData name="VINAY KUMAR KONDOJU" userId="39ff4408e19c3e43" providerId="LiveId" clId="{B68D8C0D-BA45-42FE-A541-AFE9A1B92E33}" dt="2026-04-29T07:06:13.370" v="1054" actId="20577"/>
          <ac:spMkLst>
            <pc:docMk/>
            <pc:sldMk cId="3931003901" sldId="285"/>
            <ac:spMk id="5" creationId="{E4D72E2C-9BAB-450B-3FEB-568F3E21616B}"/>
          </ac:spMkLst>
        </pc:spChg>
        <pc:picChg chg="add mod">
          <ac:chgData name="VINAY KUMAR KONDOJU" userId="39ff4408e19c3e43" providerId="LiveId" clId="{B68D8C0D-BA45-42FE-A541-AFE9A1B92E33}" dt="2026-04-29T07:03:32.497" v="1007" actId="1076"/>
          <ac:picMkLst>
            <pc:docMk/>
            <pc:sldMk cId="3931003901" sldId="285"/>
            <ac:picMk id="3" creationId="{9CC3AE45-A536-6DC9-FF21-17BEF76C7020}"/>
          </ac:picMkLst>
        </pc:picChg>
      </pc:sldChg>
      <pc:sldMasterChg chg="addSldLayout delSldLayout modSldLayout">
        <pc:chgData name="VINAY KUMAR KONDOJU" userId="39ff4408e19c3e43" providerId="LiveId" clId="{B68D8C0D-BA45-42FE-A541-AFE9A1B92E33}" dt="2026-04-28T11:45:58.453" v="985" actId="47"/>
        <pc:sldMasterMkLst>
          <pc:docMk/>
          <pc:sldMasterMk cId="3327453689" sldId="2147483665"/>
        </pc:sldMasterMkLst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1073680927" sldId="2147483677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073680927" sldId="2147483677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073680927" sldId="2147483677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073680927" sldId="2147483677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291505584" sldId="2147483678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291505584" sldId="2147483678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91505584" sldId="2147483678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91505584" sldId="2147483678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3384294886" sldId="2147483679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3384294886" sldId="2147483679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3384294886" sldId="2147483679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3384294886" sldId="2147483679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0:57:36.867" v="239" actId="47"/>
          <pc:sldLayoutMkLst>
            <pc:docMk/>
            <pc:sldMasterMk cId="3327453689" sldId="2147483665"/>
            <pc:sldLayoutMk cId="1514063653" sldId="2147483680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514063653" sldId="2147483680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514063653" sldId="2147483680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514063653" sldId="2147483680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4130011657" sldId="2147483681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4130011657" sldId="2147483681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130011657" sldId="2147483681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130011657" sldId="2147483681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1:45:58.453" v="985" actId="47"/>
          <pc:sldLayoutMkLst>
            <pc:docMk/>
            <pc:sldMasterMk cId="3327453689" sldId="2147483665"/>
            <pc:sldLayoutMk cId="1541544665" sldId="2147483682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541544665" sldId="2147483682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541544665" sldId="2147483682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541544665" sldId="2147483682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1:10:16.012" v="327" actId="47"/>
          <pc:sldLayoutMkLst>
            <pc:docMk/>
            <pc:sldMasterMk cId="3327453689" sldId="2147483665"/>
            <pc:sldLayoutMk cId="4270347952" sldId="2147483683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4270347952" sldId="2147483683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270347952" sldId="2147483683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270347952" sldId="2147483683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129579100" sldId="2147483684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29579100" sldId="2147483684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29579100" sldId="2147483684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29579100" sldId="2147483684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1:07:38.941" v="326" actId="47"/>
          <pc:sldLayoutMkLst>
            <pc:docMk/>
            <pc:sldMasterMk cId="3327453689" sldId="2147483665"/>
            <pc:sldLayoutMk cId="4052541211" sldId="2147483685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4052541211" sldId="2147483685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052541211" sldId="2147483685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052541211" sldId="2147483685"/>
              <ac:picMk id="4" creationId="{00000000-0000-0000-0000-000000000000}"/>
            </ac:picMkLst>
          </pc:picChg>
        </pc:sldLayoutChg>
        <pc:sldLayoutChg chg="delSp add del">
          <pc:chgData name="VINAY KUMAR KONDOJU" userId="39ff4408e19c3e43" providerId="LiveId" clId="{B68D8C0D-BA45-42FE-A541-AFE9A1B92E33}" dt="2026-04-28T11:25:45.480" v="624" actId="47"/>
          <pc:sldLayoutMkLst>
            <pc:docMk/>
            <pc:sldMasterMk cId="3327453689" sldId="2147483665"/>
            <pc:sldLayoutMk cId="4217678035" sldId="2147483686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4217678035" sldId="2147483686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217678035" sldId="2147483686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217678035" sldId="2147483686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1:25:47.451" v="625" actId="47"/>
          <pc:sldLayoutMkLst>
            <pc:docMk/>
            <pc:sldMasterMk cId="3327453689" sldId="2147483665"/>
            <pc:sldLayoutMk cId="1348436503" sldId="2147483687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348436503" sldId="2147483687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348436503" sldId="2147483687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348436503" sldId="2147483687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2342513938" sldId="2147483688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2342513938" sldId="2147483688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342513938" sldId="2147483688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342513938" sldId="2147483688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2915283795" sldId="2147483689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2915283795" sldId="2147483689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915283795" sldId="2147483689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915283795" sldId="2147483689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1186493655" sldId="2147483690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186493655" sldId="2147483690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186493655" sldId="2147483690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186493655" sldId="2147483690"/>
              <ac:picMk id="4" creationId="{00000000-0000-0000-0000-000000000000}"/>
            </ac:picMkLst>
          </pc:picChg>
        </pc:sldLayout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9T07:07:38.0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9830,'0'0'0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3022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E03B0-7707-4EFE-7617-00CA2ED77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380C6B-B0A1-24C6-5B18-B1CA1393CF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5B83F-A269-2EF6-5B37-9C4841D06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5E0DC-69EB-16EC-E008-5C5675E06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D3885-492F-BD8C-8EE9-EB7F025ED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44813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CC81E-C1A4-ED1B-34E5-707C9845B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E7BEB-8982-8D86-058A-8EAF7789F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0FD57-8516-CF38-F311-C8BDE3B7F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A55FC-1E88-D1AD-459A-CBE51E88C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6DF9A-FA7A-E93B-31F0-DDA4AC577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582863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D77E-2FBB-866A-A7C1-135ED5F78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EACF9E-5991-F815-451A-D16A797B0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B0084-E2B1-B1F3-C3E0-25598CE23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3C07BE-BC6D-ABB8-4063-B92803BD8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4B250-9333-41C6-AF13-0A9D5475B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820015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05BC9-71B1-85E0-31AE-CD6B62F7F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AF905-A03D-77ED-1F0D-57B5DA1193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E36AE1-1A00-DC19-E9FD-2424299AC3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28F21E-0F72-6FE9-6971-BE48AE8B5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02F205-968D-1E3D-6B55-907DBC895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112D87-1584-D8D6-C859-0F42BE4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12866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91836-1F5C-7A68-2F73-0589E4D78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CB87D2-19A5-35F7-B974-88C54EC1E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7AFDF-8661-A672-4368-076BB40D1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B068E-375C-9623-411D-2F8DF06209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BB0C4B-271E-DAAE-2D8A-021AF9B329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882871-AE9B-47A5-4CD4-5EC04B90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87F7BF-E582-8E69-16AE-8A51BB4B3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185639-2344-04B9-7EB9-4D831A1E9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2106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F22A9-F63C-506D-E740-D240025A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1E27F0-BAC0-58BF-97B6-25DF9A5A8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A041A-B58B-AD12-5F8A-0A4F38002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721D0-196C-57FB-C3D6-F28042ED2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282461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852BB-BBFD-CBAD-0BF4-EB67F6B96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E27BC-62A9-6580-36CF-1C8401A00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EE7A9-B744-4743-F3D4-909DA6AE4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06836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CDF77-D096-1CB1-C00A-39560908D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FD36F-A5BB-0BA3-8912-DA546B3A3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03C9F-E37C-CF57-7061-88673DA1C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BD9922-F116-7DC8-942C-D93A5F59A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A5C98F-4087-1A80-B227-ED2E6A3F5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09002D-E3A0-0E9E-83CB-5EB394B85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902084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307E7-1735-6B41-9137-163C170B7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9DFDF9-6126-C520-08E7-5EC84F65C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9FF5DD-7D16-2DE6-B553-4CE634692E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CEE3E-C4C3-175C-E537-A8D0D89F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8C874-D190-6464-8F21-0B9E3CC6F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E918BA-EE74-EDE7-3F04-C5981EDC7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834916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41E66-D92B-C096-C678-2BD7B7C8A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4920AB-0180-7C14-DF33-95F6525F5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BE2B2-49A8-2773-DE4D-9B74C72CA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11091-C4F4-074C-2E09-B506A14FE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A97D9-714E-3C23-882C-78FBD1937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6826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7E1BFE-8348-8A37-907E-EC934B2BCA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9B9E03-21A6-FBC7-E012-5734E86CA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85B75-FF09-B2D5-122E-9323B498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6B4C4-8445-19D6-8E71-794BA88E7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157791-0D30-4360-38B2-58E00F8E5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750607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36809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505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0116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5791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25139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52837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493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95AD2B-838F-D76C-2110-763A14DC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E7718-9597-638F-803B-098676C4A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58BF6C-6002-D553-94AD-A861A50F91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C2EA-6DC7-2F7D-A10D-AD5293D9D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2DE8F-0004-8028-537D-67660C48B2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745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81" r:id="rId14"/>
    <p:sldLayoutId id="2147483684" r:id="rId15"/>
    <p:sldLayoutId id="2147483688" r:id="rId16"/>
    <p:sldLayoutId id="2147483689" r:id="rId17"/>
    <p:sldLayoutId id="2147483690" r:id="rId18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rxpulse.online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.png"/><Relationship Id="rId5" Type="http://schemas.openxmlformats.org/officeDocument/2006/relationships/hyperlink" Target="mailto:admin@rxpulse.com" TargetMode="External"/><Relationship Id="rId4" Type="http://schemas.openxmlformats.org/officeDocument/2006/relationships/hyperlink" Target="https://github.com/orgs/RxPulse/repositori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5010" y="2039697"/>
            <a:ext cx="6632922" cy="2057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RxPulse — </a:t>
            </a:r>
          </a:p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Pharmacy Management </a:t>
            </a:r>
          </a:p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Platform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659976" y="4742565"/>
            <a:ext cx="5417439" cy="1313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Cloud-native microservices with 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DevOps &amp; GitOps — built for reliability, security, and 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zero-downtime deployments.</a:t>
            </a:r>
            <a:endParaRPr lang="en-US" sz="17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37167C-BF35-2C1E-5039-5ADF6AA8B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932" y="1215483"/>
            <a:ext cx="6062770" cy="53748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216479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 is RxPulse?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793790" y="321373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RxPulse is a cloud-native pharmacy management platform — three backend microservices, a React + TypeScript frontend, and a DevOps pipeline built for production-grade reliability.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93790" y="4194691"/>
            <a:ext cx="4196358" cy="2402324"/>
          </a:xfrm>
          <a:prstGeom prst="roundRect">
            <a:avLst>
              <a:gd name="adj" fmla="val 39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028224" y="4429125"/>
            <a:ext cx="329076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3 Backend Microservices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28224" y="4919543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Each with an isolated MongoDB, deployed as independent Kubernetes workloads.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4194691"/>
            <a:ext cx="4196358" cy="2402324"/>
          </a:xfrm>
          <a:prstGeom prst="roundRect">
            <a:avLst>
              <a:gd name="adj" fmla="val 39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51396" y="4429125"/>
            <a:ext cx="372749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React + TypeScript Frontend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51396" y="5273873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Served via Nginx with Argo Rollouts for blue-green, zero-downtime releases.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9640133" y="4194691"/>
            <a:ext cx="4196358" cy="2402324"/>
          </a:xfrm>
          <a:prstGeom prst="roundRect">
            <a:avLst>
              <a:gd name="adj" fmla="val 39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4568" y="4429125"/>
            <a:ext cx="346995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DevOps &amp; GitOps Pipeline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874568" y="4919543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GitHub Actions CI, ArgoCD GitOps, and security scanning at every stage.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260536-846D-C446-D5BE-57969FF1FA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05000"/>
            <a:ext cx="13086079" cy="6337993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0236D9-4E74-4201-C5EE-2562601EB11F}"/>
              </a:ext>
            </a:extLst>
          </p:cNvPr>
          <p:cNvSpPr txBox="1"/>
          <p:nvPr/>
        </p:nvSpPr>
        <p:spPr>
          <a:xfrm>
            <a:off x="3096003" y="403129"/>
            <a:ext cx="7321730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 err="1">
                <a:solidFill>
                  <a:srgbClr val="505468"/>
                </a:solidFill>
                <a:latin typeface="Instrument Sans Semi Bold" pitchFamily="34" charset="0"/>
              </a:rPr>
              <a:t>RxPulse</a:t>
            </a: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 Home page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925656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3ADEA6-23BA-679F-5663-004D8A04A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05000"/>
            <a:ext cx="13086079" cy="6509289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942C2-052E-6FCF-7656-EC41C0E22DE7}"/>
              </a:ext>
            </a:extLst>
          </p:cNvPr>
          <p:cNvSpPr txBox="1"/>
          <p:nvPr/>
        </p:nvSpPr>
        <p:spPr>
          <a:xfrm>
            <a:off x="3282454" y="279144"/>
            <a:ext cx="732121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Admin Dashboard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84375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C10CB8-7954-46FC-4860-8F232E32B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21359"/>
            <a:ext cx="13086079" cy="5986879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F7101C-28CC-1F40-8FD7-CF7F74480C42}"/>
              </a:ext>
            </a:extLst>
          </p:cNvPr>
          <p:cNvSpPr txBox="1"/>
          <p:nvPr/>
        </p:nvSpPr>
        <p:spPr>
          <a:xfrm>
            <a:off x="3580080" y="316342"/>
            <a:ext cx="732121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Admin Medicines Page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1386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D194CF-A5A6-8DD4-B1F9-B2CA88E8F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21359"/>
            <a:ext cx="13086079" cy="6217242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2DA674-7437-8F0A-13B4-0CDC5DB15FCF}"/>
              </a:ext>
            </a:extLst>
          </p:cNvPr>
          <p:cNvSpPr txBox="1"/>
          <p:nvPr/>
        </p:nvSpPr>
        <p:spPr>
          <a:xfrm>
            <a:off x="3282454" y="352850"/>
            <a:ext cx="732121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Admin Inventory Page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252789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69ADF-5A83-B935-927D-0E606103F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05000"/>
            <a:ext cx="13086079" cy="6019597"/>
          </a:xfrm>
          <a:prstGeom prst="rect">
            <a:avLst/>
          </a:prstGeom>
          <a:ln>
            <a:noFill/>
          </a:ln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2DB7FD-6014-83C5-E6A7-A2BBA195B879}"/>
              </a:ext>
            </a:extLst>
          </p:cNvPr>
          <p:cNvSpPr txBox="1"/>
          <p:nvPr/>
        </p:nvSpPr>
        <p:spPr>
          <a:xfrm>
            <a:off x="3579566" y="256114"/>
            <a:ext cx="7321730" cy="612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200" dirty="0">
                <a:solidFill>
                  <a:srgbClr val="505468"/>
                </a:solidFill>
                <a:latin typeface="Instrument Sans Semi Bold" pitchFamily="34" charset="0"/>
              </a:rPr>
              <a:t>User Home Page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937356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77327" y="567590"/>
            <a:ext cx="5641181" cy="542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Application Architecture</a:t>
            </a:r>
            <a:endParaRPr lang="en-US" sz="3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4001B8-66CE-61DB-A8AD-A4E2F8289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8" y="1326995"/>
            <a:ext cx="13251124" cy="63315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804F35-2D93-711E-E0BF-9160BEB2B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8" y="390293"/>
            <a:ext cx="13641704" cy="779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737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2228" y="728424"/>
            <a:ext cx="10282952" cy="609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lang="en-US" sz="38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Security Implementation — Defense in Depth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2228" y="1860709"/>
            <a:ext cx="6549271" cy="2431971"/>
          </a:xfrm>
          <a:prstGeom prst="roundRect">
            <a:avLst>
              <a:gd name="adj" fmla="val 33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53" y="2063234"/>
            <a:ext cx="584716" cy="5847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45488" y="2191107"/>
            <a:ext cx="263128" cy="3288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05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1</a:t>
            </a:r>
            <a:endParaRPr lang="en-US" sz="2050" dirty="0"/>
          </a:p>
        </p:txBody>
      </p:sp>
      <p:sp>
        <p:nvSpPr>
          <p:cNvPr id="8" name="Text 5"/>
          <p:cNvSpPr/>
          <p:nvPr/>
        </p:nvSpPr>
        <p:spPr>
          <a:xfrm>
            <a:off x="884753" y="2815352"/>
            <a:ext cx="6144220" cy="289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JWT-based authentication secures all APIs.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84753" y="3205758"/>
            <a:ext cx="6144220" cy="638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Admin → Full access (dashboard, inventory, alerts)</a:t>
            </a:r>
            <a:endParaRPr lang="en-US" sz="1500" dirty="0"/>
          </a:p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Customer → Browse medicines &amp; place orders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98901" y="1860709"/>
            <a:ext cx="6549271" cy="2431971"/>
          </a:xfrm>
          <a:prstGeom prst="roundRect">
            <a:avLst>
              <a:gd name="adj" fmla="val 33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1426" y="2063234"/>
            <a:ext cx="584716" cy="584716"/>
          </a:xfrm>
          <a:prstGeom prst="rect">
            <a:avLst/>
          </a:prstGeom>
        </p:spPr>
      </p:pic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2161" y="2223968"/>
            <a:ext cx="263128" cy="2631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601426" y="2815352"/>
            <a:ext cx="2436614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NetworkPolicy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7601426" y="3220403"/>
            <a:ext cx="6144220" cy="869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Default-deny-all posture. Each MongoDB accepts connections only from its owning service. Prevents lateral movement and data exfiltration.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82228" y="4460081"/>
            <a:ext cx="6549271" cy="2431971"/>
          </a:xfrm>
          <a:prstGeom prst="roundRect">
            <a:avLst>
              <a:gd name="adj" fmla="val 33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753" y="4662607"/>
            <a:ext cx="584716" cy="58471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5488" y="4823341"/>
            <a:ext cx="263128" cy="2631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84753" y="5414724"/>
            <a:ext cx="2475071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SealedSecrets (Prod)</a:t>
            </a:r>
            <a:endParaRPr lang="en-US" sz="1900" dirty="0"/>
          </a:p>
        </p:txBody>
      </p:sp>
      <p:sp>
        <p:nvSpPr>
          <p:cNvPr id="19" name="Text 12"/>
          <p:cNvSpPr/>
          <p:nvPr/>
        </p:nvSpPr>
        <p:spPr>
          <a:xfrm>
            <a:off x="884753" y="5819775"/>
            <a:ext cx="6144220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Sensitive data (DB passwords, API keys) encrypted at rest in Git. Only the prod cluster can decrypt using its sealing key.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7398901" y="4460081"/>
            <a:ext cx="6549271" cy="2431971"/>
          </a:xfrm>
          <a:prstGeom prst="roundRect">
            <a:avLst>
              <a:gd name="adj" fmla="val 33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1426" y="4662607"/>
            <a:ext cx="584716" cy="584716"/>
          </a:xfrm>
          <a:prstGeom prst="rect">
            <a:avLst/>
          </a:prstGeom>
        </p:spPr>
      </p:pic>
      <p:pic>
        <p:nvPicPr>
          <p:cNvPr id="2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2161" y="4823341"/>
            <a:ext cx="263128" cy="26312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601426" y="5414724"/>
            <a:ext cx="2436614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Non-Root Containers</a:t>
            </a:r>
            <a:endParaRPr lang="en-US" sz="1900" dirty="0"/>
          </a:p>
        </p:txBody>
      </p:sp>
      <p:sp>
        <p:nvSpPr>
          <p:cNvPr id="24" name="Text 15"/>
          <p:cNvSpPr/>
          <p:nvPr/>
        </p:nvSpPr>
        <p:spPr>
          <a:xfrm>
            <a:off x="7601426" y="5819775"/>
            <a:ext cx="6144220" cy="869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All Docker images run as non-root users. Reduces blast radius if a container is compromised. Combined with read-only filesystems where possible.</a:t>
            </a:r>
            <a:endParaRPr lang="en-US" sz="1500" dirty="0"/>
          </a:p>
        </p:txBody>
      </p:sp>
      <p:sp>
        <p:nvSpPr>
          <p:cNvPr id="25" name="Text 16"/>
          <p:cNvSpPr/>
          <p:nvPr/>
        </p:nvSpPr>
        <p:spPr>
          <a:xfrm>
            <a:off x="682228" y="7080409"/>
            <a:ext cx="13265944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Security is layered: identity (JWT), network isolation (NetworkPolicy), secrets management (SealedSecrets), and container hardening (non-root). No single point of failure.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01F893-12F2-03ED-4AAA-2935A0A18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48" y="742479"/>
            <a:ext cx="14003704" cy="674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484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C3AE45-A536-6DC9-FF21-17BEF76C7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24" y="1007639"/>
            <a:ext cx="13727152" cy="71055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D72E2C-9BAB-450B-3FEB-568F3E21616B}"/>
              </a:ext>
            </a:extLst>
          </p:cNvPr>
          <p:cNvSpPr txBox="1"/>
          <p:nvPr/>
        </p:nvSpPr>
        <p:spPr>
          <a:xfrm>
            <a:off x="3345366" y="116420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Sonar Qube Report  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931003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E7EB72-0E8D-F0A1-228A-AC4DA48AD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546655"/>
            <a:ext cx="13086079" cy="5572601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C59C6-1FB4-6688-46AF-6369212F1674}"/>
              </a:ext>
            </a:extLst>
          </p:cNvPr>
          <p:cNvSpPr txBox="1"/>
          <p:nvPr/>
        </p:nvSpPr>
        <p:spPr>
          <a:xfrm>
            <a:off x="2658152" y="653106"/>
            <a:ext cx="8092298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CI Pipeline PR to Main from Develop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656588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D736E0-3D81-A6CC-0226-80C26A4D7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481225"/>
            <a:ext cx="13086079" cy="5664157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68E526-664E-F226-6EDD-F438CE7212D9}"/>
              </a:ext>
            </a:extLst>
          </p:cNvPr>
          <p:cNvSpPr txBox="1"/>
          <p:nvPr/>
        </p:nvSpPr>
        <p:spPr>
          <a:xfrm>
            <a:off x="909577" y="722084"/>
            <a:ext cx="12187990" cy="612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200" dirty="0">
                <a:solidFill>
                  <a:srgbClr val="505468"/>
                </a:solidFill>
                <a:latin typeface="Instrument Sans Semi Bold" pitchFamily="34" charset="0"/>
              </a:rPr>
              <a:t>Merge To Main (Push to main) – Manual </a:t>
            </a:r>
            <a:r>
              <a:rPr lang="en-US" sz="3200" dirty="0" err="1">
                <a:solidFill>
                  <a:srgbClr val="505468"/>
                </a:solidFill>
                <a:latin typeface="Instrument Sans Semi Bold" pitchFamily="34" charset="0"/>
              </a:rPr>
              <a:t>Apporval</a:t>
            </a:r>
            <a:r>
              <a:rPr lang="en-US" sz="3200" dirty="0">
                <a:solidFill>
                  <a:srgbClr val="505468"/>
                </a:solidFill>
                <a:latin typeface="Instrument Sans Semi Bold" pitchFamily="34" charset="0"/>
              </a:rPr>
              <a:t> Gate </a:t>
            </a:r>
            <a:endParaRPr lang="en-US" sz="3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B0F854E-F31F-1B02-C875-BB453895626A}"/>
                  </a:ext>
                </a:extLst>
              </p14:cNvPr>
              <p14:cNvContentPartPr/>
              <p14:nvPr/>
            </p14:nvContentPartPr>
            <p14:xfrm>
              <a:off x="4861598" y="-145317"/>
              <a:ext cx="3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B0F854E-F31F-1B02-C875-BB453895626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43958" y="-162957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32902AB-8A3F-8F63-851A-2659AEF03A9D}"/>
              </a:ext>
            </a:extLst>
          </p:cNvPr>
          <p:cNvSpPr txBox="1"/>
          <p:nvPr/>
        </p:nvSpPr>
        <p:spPr>
          <a:xfrm>
            <a:off x="909577" y="4505093"/>
            <a:ext cx="1811321" cy="223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48516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545133"/>
            <a:ext cx="970728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GitOps with ArgoCD &amp; Argo Rollouts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793790" y="3628192"/>
            <a:ext cx="380773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ArgoCD — GitOps Controller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4209336"/>
            <a:ext cx="6244709" cy="111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 separate Helm repo (</a:t>
            </a:r>
            <a:r>
              <a:rPr lang="en-US" sz="1750" dirty="0">
                <a:solidFill>
                  <a:srgbClr val="5B5F71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rxpulse-helmcharts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) is the single source of truth. ArgoCD reconciles cluster state to match Git.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524976"/>
            <a:ext cx="6244709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Dev: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Auto-sync on every commit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Prod: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Manual approval gate before sync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36168" y="3401378"/>
            <a:ext cx="6571417" cy="3007995"/>
          </a:xfrm>
          <a:prstGeom prst="roundRect">
            <a:avLst>
              <a:gd name="adj" fmla="val 5429"/>
            </a:avLst>
          </a:prstGeom>
          <a:solidFill>
            <a:srgbClr val="1B5F39">
              <a:alpha val="9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7662982" y="3628192"/>
            <a:ext cx="370510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Argo Rollouts — Blue-Green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662982" y="4209336"/>
            <a:ext cx="611778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Frontend uses Argo Rollouts for zero-downtime releases.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662982" y="4776311"/>
            <a:ext cx="6117788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Blue (Active):</a:t>
            </a:r>
            <a:r>
              <a:rPr lang="en-US" sz="17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Live production traffic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Green (Preview):</a:t>
            </a:r>
            <a:r>
              <a:rPr lang="en-US" sz="17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New version staged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Promote:</a:t>
            </a:r>
            <a:r>
              <a:rPr lang="en-US" sz="17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Manual switch after validation</a:t>
            </a:r>
            <a:endParaRPr lang="en-US" sz="1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EEF859-6404-224C-B561-29C34D1F3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56" y="1037063"/>
            <a:ext cx="13571034" cy="67740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7E7E2D-B284-DC00-BCB1-5999FE3808FB}"/>
              </a:ext>
            </a:extLst>
          </p:cNvPr>
          <p:cNvSpPr txBox="1"/>
          <p:nvPr/>
        </p:nvSpPr>
        <p:spPr>
          <a:xfrm>
            <a:off x="3640873" y="224674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 err="1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GitOps</a:t>
            </a: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 </a:t>
            </a:r>
            <a:r>
              <a:rPr lang="en-US" sz="3600" dirty="0" err="1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ArgoCD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032546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0C8D89-C398-26C1-EA0A-0B43FE277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07" y="912953"/>
            <a:ext cx="14039385" cy="698355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8A453C-8B6A-BD89-B96C-FEF6AD6B41DC}"/>
              </a:ext>
            </a:extLst>
          </p:cNvPr>
          <p:cNvSpPr txBox="1"/>
          <p:nvPr/>
        </p:nvSpPr>
        <p:spPr>
          <a:xfrm>
            <a:off x="3289609" y="116417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Argo Rollouts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2709663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C76A5E-DA42-40FF-0C2B-DB9C9FD1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595" y="936701"/>
            <a:ext cx="13805210" cy="676995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423A38-957D-69C4-1F9D-4CB45B80B71B}"/>
              </a:ext>
            </a:extLst>
          </p:cNvPr>
          <p:cNvSpPr txBox="1"/>
          <p:nvPr/>
        </p:nvSpPr>
        <p:spPr>
          <a:xfrm>
            <a:off x="3232387" y="230558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505468"/>
                </a:solidFill>
                <a:latin typeface="Instrument Sans Semi Bold" pitchFamily="34" charset="0"/>
              </a:rPr>
              <a:t>Monitoring – Grafana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238857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0A7DF6-B396-17F3-D9FA-1042B7283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88" y="835464"/>
            <a:ext cx="13827512" cy="69378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366446-6C27-DDD2-2D85-CAE086F12CBD}"/>
              </a:ext>
            </a:extLst>
          </p:cNvPr>
          <p:cNvSpPr txBox="1"/>
          <p:nvPr/>
        </p:nvSpPr>
        <p:spPr>
          <a:xfrm>
            <a:off x="3094758" y="127578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Monitoring Alerts 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708150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6D0D4B-9FA3-8FB9-0FDE-77FB808DE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61" y="947853"/>
            <a:ext cx="13972478" cy="66472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BC9BE0-2619-FAF7-D0DC-50043609E6F0}"/>
              </a:ext>
            </a:extLst>
          </p:cNvPr>
          <p:cNvSpPr txBox="1"/>
          <p:nvPr/>
        </p:nvSpPr>
        <p:spPr>
          <a:xfrm>
            <a:off x="3088888" y="232559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Alerts Notification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984983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06993" y="2008821"/>
            <a:ext cx="2348441" cy="631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950"/>
              </a:lnSpc>
            </a:pPr>
            <a:r>
              <a:rPr lang="en-US" sz="2400" dirty="0" err="1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RxPulse</a:t>
            </a:r>
            <a:r>
              <a:rPr lang="en-US" sz="24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 Application</a:t>
            </a:r>
            <a:r>
              <a:rPr lang="en-US" sz="2400" b="1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: </a:t>
            </a:r>
            <a:r>
              <a:rPr lang="en-US" sz="24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  <a:hlinkClick r:id="rId3"/>
              </a:rPr>
              <a:t>http://rxpulse.online</a:t>
            </a:r>
            <a:r>
              <a:rPr lang="en-US" sz="24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 </a:t>
            </a:r>
          </a:p>
          <a:p>
            <a:pPr>
              <a:lnSpc>
                <a:spcPts val="4950"/>
              </a:lnSpc>
            </a:pPr>
            <a:r>
              <a:rPr lang="en-US" sz="2400" dirty="0" err="1">
                <a:solidFill>
                  <a:srgbClr val="505468"/>
                </a:solidFill>
                <a:latin typeface="Instrument Sans Semi Bold" pitchFamily="34" charset="0"/>
              </a:rPr>
              <a:t>Github</a:t>
            </a:r>
            <a:r>
              <a:rPr lang="en-US" sz="2400" dirty="0">
                <a:solidFill>
                  <a:srgbClr val="505468"/>
                </a:solidFill>
                <a:latin typeface="Instrument Sans Semi Bold" pitchFamily="34" charset="0"/>
              </a:rPr>
              <a:t> Organization </a:t>
            </a:r>
            <a:r>
              <a:rPr lang="en-US" sz="2400" b="1" dirty="0">
                <a:solidFill>
                  <a:srgbClr val="505468"/>
                </a:solidFill>
                <a:latin typeface="Instrument Sans Semi Bold" pitchFamily="34" charset="0"/>
              </a:rPr>
              <a:t>: </a:t>
            </a:r>
            <a:r>
              <a:rPr lang="en-US" sz="2400" dirty="0">
                <a:solidFill>
                  <a:srgbClr val="505468"/>
                </a:solidFill>
                <a:latin typeface="Instrument Sans Semi Bold" pitchFamily="34" charset="0"/>
                <a:hlinkClick r:id="rId4"/>
              </a:rPr>
              <a:t>https://github.com/orgs/RxPulse/repositories</a:t>
            </a:r>
            <a:endParaRPr lang="en-US" sz="2400" dirty="0">
              <a:solidFill>
                <a:srgbClr val="505468"/>
              </a:solidFill>
              <a:latin typeface="Instrument Sans Semi Bold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06993" y="7009328"/>
            <a:ext cx="13216414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endParaRPr lang="en-US" sz="155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596022-76C3-2DBA-4D74-3237E374EEDF}"/>
              </a:ext>
            </a:extLst>
          </p:cNvPr>
          <p:cNvSpPr txBox="1"/>
          <p:nvPr/>
        </p:nvSpPr>
        <p:spPr>
          <a:xfrm>
            <a:off x="2910467" y="804699"/>
            <a:ext cx="7794703" cy="706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950"/>
              </a:lnSpc>
              <a:buNone/>
            </a:pPr>
            <a:r>
              <a:rPr lang="en-US" sz="4000" b="1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THANK YOU</a:t>
            </a:r>
            <a:endParaRPr lang="en-US" sz="4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6B4F08-F983-1461-9237-7BC4DC348C5E}"/>
              </a:ext>
            </a:extLst>
          </p:cNvPr>
          <p:cNvSpPr txBox="1"/>
          <p:nvPr/>
        </p:nvSpPr>
        <p:spPr>
          <a:xfrm>
            <a:off x="2642839" y="4776519"/>
            <a:ext cx="60774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u="sng" dirty="0">
                <a:latin typeface="Arial Black" panose="020B0A04020102020204" pitchFamily="34" charset="0"/>
              </a:rPr>
              <a:t>Demo- Credentials:</a:t>
            </a:r>
            <a:br>
              <a:rPr lang="en-IN" sz="2000" dirty="0"/>
            </a:br>
            <a:endParaRPr lang="en-IN" sz="2000" dirty="0"/>
          </a:p>
          <a:p>
            <a:r>
              <a:rPr lang="en-IN" sz="2000" dirty="0"/>
              <a:t>Admin – </a:t>
            </a:r>
            <a:r>
              <a:rPr lang="en-IN" sz="2000" dirty="0">
                <a:hlinkClick r:id="rId5"/>
              </a:rPr>
              <a:t>admin@rxpulse.com</a:t>
            </a:r>
            <a:endParaRPr lang="en-IN" sz="2000" dirty="0"/>
          </a:p>
          <a:p>
            <a:r>
              <a:rPr lang="en-IN" sz="2000" dirty="0"/>
              <a:t>Password: Admin@123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25E8AF56-3924-0A78-9AD8-CF4B45862F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2993" y="3453082"/>
            <a:ext cx="5173617" cy="43718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249</TotalTime>
  <Words>412</Words>
  <Application>Microsoft Office PowerPoint</Application>
  <PresentationFormat>Custom</PresentationFormat>
  <Paragraphs>62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Consolas</vt:lpstr>
      <vt:lpstr>Arial Black</vt:lpstr>
      <vt:lpstr>Instrument Sans Medium</vt:lpstr>
      <vt:lpstr>Calibri Light</vt:lpstr>
      <vt:lpstr>Calibri</vt:lpstr>
      <vt:lpstr>Instrument Sans Semi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VINAY KUMAR KONDOJU</cp:lastModifiedBy>
  <cp:revision>3</cp:revision>
  <dcterms:created xsi:type="dcterms:W3CDTF">2026-04-28T10:38:39Z</dcterms:created>
  <dcterms:modified xsi:type="dcterms:W3CDTF">2026-04-29T07:13:00Z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ffddfa-74ad-4c1f-9757-a38a11902f1c_Enabled">
    <vt:lpwstr>true</vt:lpwstr>
  </property>
  <property fmtid="{D5CDD505-2E9C-101B-9397-08002B2CF9AE}" pid="3" name="MSIP_Label_15ffddfa-74ad-4c1f-9757-a38a11902f1c_SetDate">
    <vt:lpwstr>2026-04-28T16:40:48Z</vt:lpwstr>
  </property>
  <property fmtid="{D5CDD505-2E9C-101B-9397-08002B2CF9AE}" pid="4" name="MSIP_Label_15ffddfa-74ad-4c1f-9757-a38a11902f1c_Method">
    <vt:lpwstr>Standard</vt:lpwstr>
  </property>
  <property fmtid="{D5CDD505-2E9C-101B-9397-08002B2CF9AE}" pid="5" name="MSIP_Label_15ffddfa-74ad-4c1f-9757-a38a11902f1c_Name">
    <vt:lpwstr>UST Internal</vt:lpwstr>
  </property>
  <property fmtid="{D5CDD505-2E9C-101B-9397-08002B2CF9AE}" pid="6" name="MSIP_Label_15ffddfa-74ad-4c1f-9757-a38a11902f1c_SiteId">
    <vt:lpwstr>a4431f4b-c207-4733-9530-34c08a9b2b8d</vt:lpwstr>
  </property>
  <property fmtid="{D5CDD505-2E9C-101B-9397-08002B2CF9AE}" pid="7" name="MSIP_Label_15ffddfa-74ad-4c1f-9757-a38a11902f1c_ActionId">
    <vt:lpwstr>e77cbd75-6973-4c48-bb5e-dd4c18067ce2</vt:lpwstr>
  </property>
  <property fmtid="{D5CDD505-2E9C-101B-9397-08002B2CF9AE}" pid="8" name="MSIP_Label_15ffddfa-74ad-4c1f-9757-a38a11902f1c_ContentBits">
    <vt:lpwstr>0</vt:lpwstr>
  </property>
  <property fmtid="{D5CDD505-2E9C-101B-9397-08002B2CF9AE}" pid="9" name="MSIP_Label_15ffddfa-74ad-4c1f-9757-a38a11902f1c_Tag">
    <vt:lpwstr>10, 3, 0, 1</vt:lpwstr>
  </property>
</Properties>
</file>